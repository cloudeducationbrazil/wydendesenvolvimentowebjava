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91" r:id="rId3"/>
    <p:sldId id="331" r:id="rId4"/>
    <p:sldId id="332" r:id="rId5"/>
    <p:sldId id="333" r:id="rId6"/>
    <p:sldId id="334" r:id="rId7"/>
    <p:sldId id="337" r:id="rId8"/>
    <p:sldId id="338" r:id="rId9"/>
    <p:sldId id="339" r:id="rId10"/>
    <p:sldId id="340" r:id="rId11"/>
    <p:sldId id="342" r:id="rId12"/>
    <p:sldId id="343" r:id="rId13"/>
    <p:sldId id="284" r:id="rId14"/>
    <p:sldId id="276" r:id="rId15"/>
    <p:sldId id="277" r:id="rId16"/>
    <p:sldId id="279" r:id="rId17"/>
    <p:sldId id="336" r:id="rId18"/>
    <p:sldId id="341" r:id="rId19"/>
    <p:sldId id="309" r:id="rId2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7" autoAdjust="0"/>
    <p:restoredTop sz="83649" autoAdjust="0"/>
  </p:normalViewPr>
  <p:slideViewPr>
    <p:cSldViewPr snapToGrid="0">
      <p:cViewPr varScale="1">
        <p:scale>
          <a:sx n="75" d="100"/>
          <a:sy n="75" d="100"/>
        </p:scale>
        <p:origin x="55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0961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5143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0003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224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9550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6187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6190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0279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893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7907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997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68580" indent="-6858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2022.1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ARA0044 - Apresentação Curso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50FAC2A-6E90-4BEA-B3BF-15B8E63C5B7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90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23986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E-mail: helenocardosofilho@gmail.com</a:t>
            </a:r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96E19DF9-3700-43F7-B711-234CE363D2F0}"/>
              </a:ext>
            </a:extLst>
          </p:cNvPr>
          <p:cNvSpPr txBox="1">
            <a:spLocks/>
          </p:cNvSpPr>
          <p:nvPr/>
        </p:nvSpPr>
        <p:spPr>
          <a:xfrm>
            <a:off x="7484030" y="110109"/>
            <a:ext cx="1613368" cy="85586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/>
            <a:r>
              <a:rPr lang="pt-BR" sz="3600" b="1" dirty="0">
                <a:solidFill>
                  <a:schemeClr val="bg1"/>
                </a:solidFill>
              </a:rPr>
              <a:t>YDUQS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26338" y="1121664"/>
            <a:ext cx="8681444" cy="3160731"/>
          </a:xfrm>
        </p:spPr>
        <p:txBody>
          <a:bodyPr>
            <a:noAutofit/>
          </a:bodyPr>
          <a:lstStyle/>
          <a:p>
            <a:pPr algn="l" eaLnBrk="0" hangingPunct="0">
              <a:spcBef>
                <a:spcPct val="20000"/>
              </a:spcBef>
            </a:pPr>
            <a:br>
              <a:rPr lang="pt-BR" altLang="pt-BR" sz="3200" b="1" dirty="0">
                <a:solidFill>
                  <a:schemeClr val="bg1"/>
                </a:solidFill>
              </a:rPr>
            </a:br>
            <a:br>
              <a:rPr lang="pt-BR" altLang="pt-BR" sz="3200" b="1" dirty="0">
                <a:solidFill>
                  <a:schemeClr val="bg1"/>
                </a:solidFill>
              </a:rPr>
            </a:b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1 – Apresentação Pessoal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2 – Visão Geral da Disciplina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3 – Objetivos/Habilidades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4 – Unidades/Conteúdos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5 – Metodologia/Avaliação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6 – Referências Bibliográficas</a:t>
            </a:r>
            <a:br>
              <a:rPr lang="pt-BR" altLang="pt-BR" sz="4400" dirty="0"/>
            </a:br>
            <a:br>
              <a:rPr lang="pt-BR" b="1" dirty="0">
                <a:solidFill>
                  <a:schemeClr val="bg1"/>
                </a:solidFill>
              </a:rPr>
            </a:b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5C2C7CAD-310B-468E-9BD1-616B15F8050F}"/>
              </a:ext>
            </a:extLst>
          </p:cNvPr>
          <p:cNvSpPr txBox="1">
            <a:spLocks/>
          </p:cNvSpPr>
          <p:nvPr/>
        </p:nvSpPr>
        <p:spPr>
          <a:xfrm>
            <a:off x="231278" y="224274"/>
            <a:ext cx="8681444" cy="67581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hangingPunct="1"/>
            <a:r>
              <a:rPr lang="pt-BR" b="1" dirty="0">
                <a:solidFill>
                  <a:schemeClr val="bg1"/>
                </a:solidFill>
              </a:rPr>
              <a:t>Agenda</a:t>
            </a:r>
            <a:endParaRPr lang="pt-BR" sz="4800" b="1" dirty="0">
              <a:solidFill>
                <a:schemeClr val="bg1"/>
              </a:solidFill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3121D4B-D5B7-4659-8B64-14968B90805C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Apresentação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Pessoal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Analista de Sistemas, Lider SCRUM, Consultor e Docente</a:t>
            </a:r>
            <a:endParaRPr lang="pt-BR" altLang="pt-BR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Licenciatura R2 Matemática – </a:t>
            </a:r>
            <a:r>
              <a:rPr lang="pt-BR" alt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Formatura 2022.1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Doutorando Aluno Especial Ciência da Computação </a:t>
            </a:r>
            <a:r>
              <a:rPr lang="pt-BR" alt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UFBA2018.2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</a:t>
            </a:r>
            <a:r>
              <a:rPr lang="pt-BR" alt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</a:t>
            </a: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Computação – UNIFACS (</a:t>
            </a:r>
            <a:r>
              <a:rPr lang="pt-BR" alt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StrictoSensu</a:t>
            </a: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MBA Gestão de Informação – UNIFACS (</a:t>
            </a:r>
            <a:r>
              <a:rPr lang="pt-BR" alt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LatoSensu</a:t>
            </a: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Engenheiro Eletricista 8º/9º Semestre - Área1 (Trancado)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Bacharel  em Ciências Estatísticas - ESEB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Processamento Dados Profissionalizante - EEEMBA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Visão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Geral</a:t>
            </a:r>
            <a:r>
              <a:rPr lang="en-US" b="1" dirty="0">
                <a:solidFill>
                  <a:srgbClr val="0070C0"/>
                </a:solidFill>
              </a:rPr>
              <a:t> da </a:t>
            </a:r>
            <a:r>
              <a:rPr lang="en-US" b="1" dirty="0" err="1">
                <a:solidFill>
                  <a:srgbClr val="0070C0"/>
                </a:solidFill>
              </a:rPr>
              <a:t>Disciplina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718335"/>
          </a:xfrm>
        </p:spPr>
        <p:txBody>
          <a:bodyPr>
            <a:noAutofit/>
          </a:bodyPr>
          <a:lstStyle/>
          <a:p>
            <a:pPr marL="0" indent="0" algn="just" eaLnBrk="0" hangingPunct="0">
              <a:buNone/>
            </a:pPr>
            <a:r>
              <a:rPr lang="pt-BR" alt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disciplina visa preparar o discente para ser capaz de criar aplicações em </a:t>
            </a:r>
            <a:r>
              <a:rPr lang="pt-BR" alt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alt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utilizando conceitos relacionados a POO, bem como definir qual a melhor estrutura de dados a ser utilizada.  </a:t>
            </a:r>
          </a:p>
          <a:p>
            <a:pPr marL="0" indent="0" algn="just" eaLnBrk="0" hangingPunct="0">
              <a:buNone/>
            </a:pPr>
            <a:endParaRPr lang="pt-BR" alt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r>
              <a:rPr lang="pt-BR" alt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Necessitando modelar o sistema através da linguagem UML. </a:t>
            </a:r>
          </a:p>
          <a:p>
            <a:pPr marL="0" indent="0" algn="just" eaLnBrk="0" hangingPunct="0">
              <a:buNone/>
            </a:pPr>
            <a:endParaRPr lang="pt-BR" alt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r>
              <a:rPr lang="pt-BR" alt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técnicas de desenvolvimento e modelagem de sistemas serão apresentadas mediante metodologias ativas, aplicando o conhecimento obtido na elaboração de sistemas.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44096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Objetivos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Habilidades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6504"/>
            <a:ext cx="8865056" cy="3978005"/>
          </a:xfrm>
        </p:spPr>
        <p:txBody>
          <a:bodyPr>
            <a:noAutofit/>
          </a:bodyPr>
          <a:lstStyle/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aplicações web, usando os conceitos de POO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Planejar a arquitetura do sistema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Modelar a arquitetura de sistemas utilizando UML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Desenvolver aplicações web usando a linguagem JAVA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Analisar técnicas de desenvolvimento de softwares - SCRUM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1633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Unidades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Conteúdos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Fundamentos de Arquitetura Web. Arquiteturas de aplicações Web. Modelo cliente-servidor. Modelo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Modelo cliente-servidor utilizado pelo protocolo HTTP. Conceitos de Web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Tecnologias para o desenvolvimento Web. 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Introdução a linguagem de Marcação HTML. Apresentação das Versões do HTML atualmente utilizadas, apresentando suas semelhanças e diferenças.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HTML. Estrutura de uma página HTML. Construção de formulários.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Apresentação sobre os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Análise das diferenças entre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scripts CGI. Web Containers. Ciclo de vida dos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Gerenciamento de contexto em aplicações Web. Funcionamento do mapeamento dos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65390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Unidades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Conteúdos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833334"/>
          </a:xfrm>
        </p:spPr>
        <p:txBody>
          <a:bodyPr>
            <a:noAutofit/>
          </a:bodyPr>
          <a:lstStyle/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Introdução ao JSP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JavaServer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Benefícios na utilização do JSP. Descrição do funcionamento e uso do JSP. Descrição das diretivas do JSP. Utilização dos conceitos de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JavaBeans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páginas JSP.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Scriptlet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Expression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Taglibs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JSTL. 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Introdução aos padrões de projeto. Padrões de projeto DAO (Data Access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 MVC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Model¬View-Controller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apresentando em quais cenários deverão ser utilizados. Desenvolvimento de uma aplicação utilizando os padrões de projeto DAO e MVC.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Apresentação da linguagem UML. Descrição dos diagramas de Casos de Uso, Sequência e Classes. Apresentação de cenários de aplicação dos diagramas. Realização da modelagem de um sistema com o desenvolvimento dos diagramas abordados.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07516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Unidades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Conteúdos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751426"/>
          </a:xfrm>
        </p:spPr>
        <p:txBody>
          <a:bodyPr>
            <a:noAutofit/>
          </a:bodyPr>
          <a:lstStyle/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Descrição dos diagramas de Atividade, Pacote e de máquina de estado. Apresentação de cenários de aplicação dos diagramas. Realização da modelagem de um sistema com o desenvolvimento dos diagramas abordados. 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Introdução à tecnologia JSF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JavaServer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Faces). Procedimentos para a configuração e utilização dessa tecnologia. Utilização de classes "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". Realizando mapeamento das classes "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". Realizando mapeamento das classes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Gerenciamento da navegação de páginas com JSF.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Apresentação dos conceitos sobre ORM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Mapping) e JPA (Java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API). Introdução ao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Mapeamento de dados com 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Realizando a persistência de dados com 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Hibernate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aplicações Java.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5685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Unidades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Conteúdos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Procedimentos para desenvolvimento sobre a plataforma Java. Introdução ao EJB (Enterprise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JavaBeans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Message-Driven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Ciclo de vida do EJB: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Stateless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Introdução à estrutura de dados. Apresentação dos conceitos e funcionamento das estruturas listas sequenciais e encadeadas, pilhas, filas. Implementação das estruturas de estruturas de dados abordadas utilizando a linguagem Java.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Apresentação dos conceitos relativos às árvores de pesquisa. Descrição dos procedimentos de busca e suas complexidades. Tipos de árvores binárias. Funcionamento das árvores binárias e das árvores AVL.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33906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Unidades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Conteúdos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Introdução aos grafos. Apresentação dos cenários de aplicação dos grafos. Descrição dos elementos e seus relacionamentos. Percursos em grafos. Modelagem de problemas utilizando grafos e a implementação da solução baseado no modelo desenvolvido. 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Descrição da problemática da descoberta do caminho com custo mínimo. Problema do caixeiro viajante. Mapeamento do problema utilizando grafos. Aplicação do algoritmo de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Implementação do algoritmo em um problema do cotidiano.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42682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Metodologia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Avaliação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Inovações Didáticas, Digitais, </a:t>
            </a:r>
            <a:r>
              <a:rPr lang="pt-B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Metodologias Ativas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Educação Digital.</a:t>
            </a:r>
          </a:p>
          <a:p>
            <a:pPr algn="just" eaLnBrk="0" hangingPunct="0">
              <a:buFont typeface="Wingdings" panose="05000000000000000000" pitchFamily="2" charset="2"/>
              <a:buChar char="§"/>
              <a:defRPr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 de ensino-­aprendizagem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será baseado em 3 etapas: 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preleção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partir da definição de uma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situação problema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temática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problematização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pergunta geradora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utilização de metodologias ativas centradas no protagonismo do aluno e realização de uma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atividade verificadora da aprendizagem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 final da aula.</a:t>
            </a:r>
          </a:p>
          <a:p>
            <a:pPr marL="0" indent="0" algn="just" eaLnBrk="0" hangingPunct="0">
              <a:buNone/>
              <a:defRPr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27953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Metodologia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Avaliação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eaLnBrk="0" hangingPunct="0">
              <a:buFont typeface="Wingdings" panose="05000000000000000000" pitchFamily="2" charset="2"/>
              <a:buChar char="§"/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Pesquisa Bibliográfica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/ Atividades Processuais</a:t>
            </a:r>
          </a:p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Revisão para Avaliações</a:t>
            </a:r>
          </a:p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Avaliando Aprendizado 1 e 2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até 2 pontos extra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nova chance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Média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89985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0F8CA-DC02-4D15-8261-E003DFCF7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Avaliação</a:t>
            </a: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249D3-C59D-41E6-AF88-D8DF193E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556" y="4765688"/>
            <a:ext cx="262247" cy="276995"/>
          </a:xfrm>
        </p:spPr>
        <p:txBody>
          <a:bodyPr/>
          <a:lstStyle/>
          <a:p>
            <a:fld id="{E50FAC2A-6E90-4BEA-B3BF-15B8E63C5B7E}" type="slidenum">
              <a:rPr lang="pt-BR" smtClean="0"/>
              <a:pPr/>
              <a:t>13</a:t>
            </a:fld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D159A49-FA93-2987-232E-07741F22729C}"/>
              </a:ext>
            </a:extLst>
          </p:cNvPr>
          <p:cNvGrpSpPr/>
          <p:nvPr/>
        </p:nvGrpSpPr>
        <p:grpSpPr>
          <a:xfrm>
            <a:off x="441657" y="3258500"/>
            <a:ext cx="8306406" cy="1195489"/>
            <a:chOff x="255401" y="3651801"/>
            <a:chExt cx="6052248" cy="902611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AFAB1BCE-19D1-EFB7-D380-E808CDA26F0F}"/>
                </a:ext>
              </a:extLst>
            </p:cNvPr>
            <p:cNvCxnSpPr>
              <a:cxnSpLocks/>
            </p:cNvCxnSpPr>
            <p:nvPr/>
          </p:nvCxnSpPr>
          <p:spPr>
            <a:xfrm>
              <a:off x="2006492" y="3789532"/>
              <a:ext cx="0" cy="67077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494D26FC-A651-E0C1-8A34-9FC66AC7530F}"/>
                </a:ext>
              </a:extLst>
            </p:cNvPr>
            <p:cNvSpPr txBox="1"/>
            <p:nvPr/>
          </p:nvSpPr>
          <p:spPr>
            <a:xfrm>
              <a:off x="2085662" y="3716874"/>
              <a:ext cx="4221987" cy="836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spcBef>
                  <a:spcPts val="900"/>
                </a:spcBef>
              </a:pPr>
              <a:r>
                <a:rPr lang="pt-BR" sz="1650" dirty="0">
                  <a:solidFill>
                    <a:srgbClr val="002060"/>
                  </a:solidFill>
                  <a:cs typeface="Leelawadee" panose="020B0502040204020203" pitchFamily="34" charset="-34"/>
                </a:rPr>
                <a:t> Contemplará todos os temas abordados pela disciplina. Será composta por uma prova no formato PNI ­ Prova Nacional Integrada, com total de 10 pontos, e substituirá a nota da AV, caso seja maior.</a:t>
              </a:r>
            </a:p>
          </p:txBody>
        </p:sp>
        <p:sp>
          <p:nvSpPr>
            <p:cNvPr id="13" name="Chave Esquerda 12">
              <a:extLst>
                <a:ext uri="{FF2B5EF4-FFF2-40B4-BE49-F238E27FC236}">
                  <a16:creationId xmlns:a16="http://schemas.microsoft.com/office/drawing/2014/main" id="{EEC255BA-00F6-6D69-F1F2-554C689C5A57}"/>
                </a:ext>
              </a:extLst>
            </p:cNvPr>
            <p:cNvSpPr/>
            <p:nvPr/>
          </p:nvSpPr>
          <p:spPr>
            <a:xfrm>
              <a:off x="998309" y="3651801"/>
              <a:ext cx="325426" cy="902611"/>
            </a:xfrm>
            <a:prstGeom prst="leftBrace">
              <a:avLst/>
            </a:prstGeom>
            <a:ln>
              <a:solidFill>
                <a:srgbClr val="AB8B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sz="1650" dirty="0">
                <a:latin typeface="+mj-lt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FCC5453F-7439-3E2D-B908-28C069F63FFC}"/>
                </a:ext>
              </a:extLst>
            </p:cNvPr>
            <p:cNvSpPr/>
            <p:nvPr/>
          </p:nvSpPr>
          <p:spPr>
            <a:xfrm>
              <a:off x="255401" y="3802567"/>
              <a:ext cx="600089" cy="600090"/>
            </a:xfrm>
            <a:prstGeom prst="roundRect">
              <a:avLst/>
            </a:prstGeom>
            <a:solidFill>
              <a:srgbClr val="93C8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50" dirty="0">
                <a:solidFill>
                  <a:schemeClr val="bg1"/>
                </a:solidFill>
                <a:latin typeface="+mj-lt"/>
                <a:cs typeface="Leelawadee" panose="020B0502040204020203" pitchFamily="34" charset="-34"/>
              </a:endParaRPr>
            </a:p>
          </p:txBody>
        </p:sp>
        <p:pic>
          <p:nvPicPr>
            <p:cNvPr id="15" name="Gráfico 14" descr="{0} estrutura de tópicos">
              <a:extLst>
                <a:ext uri="{FF2B5EF4-FFF2-40B4-BE49-F238E27FC236}">
                  <a16:creationId xmlns:a16="http://schemas.microsoft.com/office/drawing/2014/main" id="{5C68862C-CA6E-E06E-C115-18A357F4C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2131" y="3851253"/>
              <a:ext cx="490393" cy="490393"/>
            </a:xfrm>
            <a:prstGeom prst="rect">
              <a:avLst/>
            </a:prstGeom>
          </p:spPr>
        </p:pic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2FAB5166-DE79-9997-FAD9-D57CE0809919}"/>
                </a:ext>
              </a:extLst>
            </p:cNvPr>
            <p:cNvSpPr/>
            <p:nvPr/>
          </p:nvSpPr>
          <p:spPr>
            <a:xfrm>
              <a:off x="1354880" y="3828482"/>
              <a:ext cx="511200" cy="510325"/>
            </a:xfrm>
            <a:prstGeom prst="ellipse">
              <a:avLst/>
            </a:prstGeom>
            <a:solidFill>
              <a:srgbClr val="6C32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hangingPunct="1">
                <a:defRPr/>
              </a:pPr>
              <a:endParaRPr lang="pt-BR" sz="1650" kern="1200" dirty="0">
                <a:solidFill>
                  <a:prstClr val="white"/>
                </a:solidFill>
                <a:latin typeface="+mj-lt"/>
                <a:cs typeface="Leelawadee" panose="020B0502040204020203" pitchFamily="34" charset="-34"/>
              </a:endParaRPr>
            </a:p>
          </p:txBody>
        </p:sp>
        <p:sp>
          <p:nvSpPr>
            <p:cNvPr id="17" name="Google Shape;225;p31">
              <a:extLst>
                <a:ext uri="{FF2B5EF4-FFF2-40B4-BE49-F238E27FC236}">
                  <a16:creationId xmlns:a16="http://schemas.microsoft.com/office/drawing/2014/main" id="{423F9255-B5FD-CD0B-A797-0686F67674AB}"/>
                </a:ext>
              </a:extLst>
            </p:cNvPr>
            <p:cNvSpPr txBox="1">
              <a:spLocks/>
            </p:cNvSpPr>
            <p:nvPr/>
          </p:nvSpPr>
          <p:spPr>
            <a:xfrm>
              <a:off x="1218976" y="3906328"/>
              <a:ext cx="776377" cy="380242"/>
            </a:xfrm>
            <a:prstGeom prst="rect">
              <a:avLst/>
            </a:prstGeom>
          </p:spPr>
          <p:txBody>
            <a:bodyPr spcFirstLastPara="1" wrap="square" lIns="68569" tIns="68569" rIns="68569" bIns="68569" anchor="ctr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85800">
                <a:spcBef>
                  <a:spcPts val="0"/>
                </a:spcBef>
                <a:defRPr/>
              </a:pPr>
              <a:r>
                <a:rPr lang="en" sz="1650" b="1" dirty="0">
                  <a:solidFill>
                    <a:srgbClr val="8BBF37"/>
                  </a:solidFill>
                  <a:cs typeface="Leelawadee" panose="020B0502040204020203" pitchFamily="34" charset="-34"/>
                </a:rPr>
                <a:t>AVS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E7BBFAD-8323-DE59-124A-237A398E1587}"/>
              </a:ext>
            </a:extLst>
          </p:cNvPr>
          <p:cNvGrpSpPr/>
          <p:nvPr/>
        </p:nvGrpSpPr>
        <p:grpSpPr>
          <a:xfrm>
            <a:off x="549361" y="1474118"/>
            <a:ext cx="8070083" cy="1592744"/>
            <a:chOff x="255401" y="1951610"/>
            <a:chExt cx="6110059" cy="1145390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D56E94B3-B561-8C4A-7B38-EF4C47464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3335" y="1960004"/>
              <a:ext cx="10611" cy="113699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384E976B-DE90-39A0-2829-1439FF548010}"/>
                </a:ext>
              </a:extLst>
            </p:cNvPr>
            <p:cNvSpPr txBox="1"/>
            <p:nvPr/>
          </p:nvSpPr>
          <p:spPr>
            <a:xfrm>
              <a:off x="2097730" y="1951610"/>
              <a:ext cx="4267730" cy="9793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pt-BR" sz="1650" dirty="0">
                  <a:solidFill>
                    <a:srgbClr val="002060"/>
                  </a:solidFill>
                  <a:cs typeface="Leelawadee" panose="020B0502040204020203" pitchFamily="34" charset="-34"/>
                </a:rPr>
                <a:t>Contemplará todos os temas abordados pela disciplina e será assim composta: </a:t>
              </a:r>
            </a:p>
            <a:p>
              <a:pPr algn="just"/>
              <a:r>
                <a:rPr lang="pt-BR" sz="1650" dirty="0">
                  <a:solidFill>
                    <a:srgbClr val="9E4EA3"/>
                  </a:solidFill>
                  <a:cs typeface="Leelawadee" panose="020B0502040204020203" pitchFamily="34" charset="-34"/>
                </a:rPr>
                <a:t>I. Prova individual – peso a definir</a:t>
              </a:r>
            </a:p>
            <a:p>
              <a:pPr algn="just"/>
              <a:r>
                <a:rPr lang="pt-BR" sz="1650" dirty="0">
                  <a:solidFill>
                    <a:srgbClr val="9E4EA3"/>
                  </a:solidFill>
                  <a:cs typeface="Leelawadee" panose="020B0502040204020203" pitchFamily="34" charset="-34"/>
                </a:rPr>
                <a:t>II. Realização de atividades processuais acompanhados pelo professor da disciplina.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0099B0E2-7A15-F0E6-0A39-E88FBCEC6F03}"/>
                </a:ext>
              </a:extLst>
            </p:cNvPr>
            <p:cNvSpPr/>
            <p:nvPr/>
          </p:nvSpPr>
          <p:spPr>
            <a:xfrm>
              <a:off x="1352735" y="2246695"/>
              <a:ext cx="511200" cy="510325"/>
            </a:xfrm>
            <a:prstGeom prst="ellipse">
              <a:avLst/>
            </a:prstGeom>
            <a:solidFill>
              <a:srgbClr val="6C32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hangingPunct="1">
                <a:defRPr/>
              </a:pPr>
              <a:endParaRPr lang="pt-BR" sz="1650" kern="1200" dirty="0">
                <a:solidFill>
                  <a:prstClr val="white"/>
                </a:solidFill>
                <a:latin typeface="+mj-lt"/>
                <a:cs typeface="Leelawadee" panose="020B0502040204020203" pitchFamily="34" charset="-34"/>
              </a:endParaRPr>
            </a:p>
          </p:txBody>
        </p:sp>
        <p:sp>
          <p:nvSpPr>
            <p:cNvPr id="22" name="Google Shape;225;p31">
              <a:extLst>
                <a:ext uri="{FF2B5EF4-FFF2-40B4-BE49-F238E27FC236}">
                  <a16:creationId xmlns:a16="http://schemas.microsoft.com/office/drawing/2014/main" id="{81AC84B9-3EC7-DDF1-8299-72D78BF6D3A0}"/>
                </a:ext>
              </a:extLst>
            </p:cNvPr>
            <p:cNvSpPr txBox="1">
              <a:spLocks/>
            </p:cNvSpPr>
            <p:nvPr/>
          </p:nvSpPr>
          <p:spPr>
            <a:xfrm>
              <a:off x="1233676" y="2287548"/>
              <a:ext cx="715264" cy="380242"/>
            </a:xfrm>
            <a:prstGeom prst="rect">
              <a:avLst/>
            </a:prstGeom>
          </p:spPr>
          <p:txBody>
            <a:bodyPr spcFirstLastPara="1" wrap="square" lIns="68569" tIns="68569" rIns="68569" bIns="68569" anchor="ctr" anchorCtr="0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685800">
                <a:spcBef>
                  <a:spcPts val="0"/>
                </a:spcBef>
                <a:defRPr/>
              </a:pPr>
              <a:r>
                <a:rPr lang="en" sz="1650" b="1" dirty="0">
                  <a:solidFill>
                    <a:srgbClr val="8BBF37"/>
                  </a:solidFill>
                  <a:cs typeface="Leelawadee" panose="020B0502040204020203" pitchFamily="34" charset="-34"/>
                </a:rPr>
                <a:t>AV</a:t>
              </a:r>
            </a:p>
          </p:txBody>
        </p:sp>
        <p:sp>
          <p:nvSpPr>
            <p:cNvPr id="23" name="Chave Esquerda 22">
              <a:extLst>
                <a:ext uri="{FF2B5EF4-FFF2-40B4-BE49-F238E27FC236}">
                  <a16:creationId xmlns:a16="http://schemas.microsoft.com/office/drawing/2014/main" id="{013B4158-3F4A-AB16-0593-27C2B96AAFFB}"/>
                </a:ext>
              </a:extLst>
            </p:cNvPr>
            <p:cNvSpPr/>
            <p:nvPr/>
          </p:nvSpPr>
          <p:spPr>
            <a:xfrm>
              <a:off x="989977" y="2064985"/>
              <a:ext cx="211807" cy="902305"/>
            </a:xfrm>
            <a:prstGeom prst="leftBrace">
              <a:avLst/>
            </a:prstGeom>
            <a:ln>
              <a:solidFill>
                <a:srgbClr val="AB8B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sz="1650" dirty="0">
                <a:latin typeface="+mj-lt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4F948AE0-249A-66D6-A1C4-F310911C193B}"/>
                </a:ext>
              </a:extLst>
            </p:cNvPr>
            <p:cNvSpPr/>
            <p:nvPr/>
          </p:nvSpPr>
          <p:spPr>
            <a:xfrm>
              <a:off x="255401" y="2286859"/>
              <a:ext cx="600089" cy="600090"/>
            </a:xfrm>
            <a:prstGeom prst="roundRect">
              <a:avLst/>
            </a:prstGeom>
            <a:solidFill>
              <a:srgbClr val="93C8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50" dirty="0">
                <a:solidFill>
                  <a:schemeClr val="bg1"/>
                </a:solidFill>
                <a:latin typeface="+mj-lt"/>
                <a:cs typeface="Leelawadee" panose="020B0502040204020203" pitchFamily="34" charset="-34"/>
              </a:endParaRPr>
            </a:p>
          </p:txBody>
        </p:sp>
        <p:pic>
          <p:nvPicPr>
            <p:cNvPr id="25" name="Gráfico 24" descr="{0} estrutura de tópicos">
              <a:extLst>
                <a:ext uri="{FF2B5EF4-FFF2-40B4-BE49-F238E27FC236}">
                  <a16:creationId xmlns:a16="http://schemas.microsoft.com/office/drawing/2014/main" id="{0A007B8F-C2DA-FF91-AA8D-C060B4534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9213" y="2341707"/>
              <a:ext cx="490393" cy="4903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687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249D3-C59D-41E6-AF88-D8DF193E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556" y="4765688"/>
            <a:ext cx="262247" cy="276995"/>
          </a:xfrm>
        </p:spPr>
        <p:txBody>
          <a:bodyPr/>
          <a:lstStyle/>
          <a:p>
            <a:fld id="{E50FAC2A-6E90-4BEA-B3BF-15B8E63C5B7E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07DB86B-02F5-765F-6C40-9BE4F9FD2F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41"/>
          <a:stretch/>
        </p:blipFill>
        <p:spPr>
          <a:xfrm>
            <a:off x="79512" y="1"/>
            <a:ext cx="8706678" cy="475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86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249D3-C59D-41E6-AF88-D8DF193E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556" y="4765688"/>
            <a:ext cx="262247" cy="276995"/>
          </a:xfrm>
        </p:spPr>
        <p:txBody>
          <a:bodyPr/>
          <a:lstStyle/>
          <a:p>
            <a:fld id="{E50FAC2A-6E90-4BEA-B3BF-15B8E63C5B7E}" type="slidenum">
              <a:rPr lang="pt-BR" smtClean="0"/>
              <a:pPr/>
              <a:t>15</a:t>
            </a:fld>
            <a:endParaRPr lang="pt-BR"/>
          </a:p>
        </p:txBody>
      </p:sp>
      <p:grpSp>
        <p:nvGrpSpPr>
          <p:cNvPr id="301" name="Agrupar 300">
            <a:extLst>
              <a:ext uri="{FF2B5EF4-FFF2-40B4-BE49-F238E27FC236}">
                <a16:creationId xmlns:a16="http://schemas.microsoft.com/office/drawing/2014/main" id="{04D5EFA1-11D8-C1B8-67C0-A93825C18CF1}"/>
              </a:ext>
            </a:extLst>
          </p:cNvPr>
          <p:cNvGrpSpPr/>
          <p:nvPr/>
        </p:nvGrpSpPr>
        <p:grpSpPr>
          <a:xfrm>
            <a:off x="376843" y="398808"/>
            <a:ext cx="8558435" cy="4305518"/>
            <a:chOff x="184406" y="1075083"/>
            <a:chExt cx="9552484" cy="4266404"/>
          </a:xfrm>
        </p:grpSpPr>
        <p:sp>
          <p:nvSpPr>
            <p:cNvPr id="3" name="Google Shape;1592;p34">
              <a:extLst>
                <a:ext uri="{FF2B5EF4-FFF2-40B4-BE49-F238E27FC236}">
                  <a16:creationId xmlns:a16="http://schemas.microsoft.com/office/drawing/2014/main" id="{BAAED91C-ECF9-F575-4FC9-04E0F174B7F8}"/>
                </a:ext>
              </a:extLst>
            </p:cNvPr>
            <p:cNvSpPr/>
            <p:nvPr/>
          </p:nvSpPr>
          <p:spPr>
            <a:xfrm>
              <a:off x="231229" y="2742834"/>
              <a:ext cx="9360000" cy="8792"/>
            </a:xfrm>
            <a:custGeom>
              <a:avLst/>
              <a:gdLst/>
              <a:ahLst/>
              <a:cxnLst/>
              <a:rect l="l" t="t" r="r" b="b"/>
              <a:pathLst>
                <a:path w="135881" h="184" extrusionOk="0">
                  <a:moveTo>
                    <a:pt x="60" y="0"/>
                  </a:moveTo>
                  <a:cubicBezTo>
                    <a:pt x="0" y="0"/>
                    <a:pt x="0" y="60"/>
                    <a:pt x="0" y="124"/>
                  </a:cubicBezTo>
                  <a:cubicBezTo>
                    <a:pt x="0" y="124"/>
                    <a:pt x="0" y="184"/>
                    <a:pt x="60" y="184"/>
                  </a:cubicBezTo>
                  <a:lnTo>
                    <a:pt x="135757" y="184"/>
                  </a:lnTo>
                  <a:cubicBezTo>
                    <a:pt x="135821" y="184"/>
                    <a:pt x="135881" y="124"/>
                    <a:pt x="135881" y="124"/>
                  </a:cubicBezTo>
                  <a:cubicBezTo>
                    <a:pt x="135881" y="60"/>
                    <a:pt x="135821" y="0"/>
                    <a:pt x="135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336947">
                <a:defRPr/>
              </a:pPr>
              <a:endParaRPr sz="1350">
                <a:latin typeface="Calibri"/>
                <a:cs typeface="Calibri"/>
              </a:endParaRPr>
            </a:p>
          </p:txBody>
        </p:sp>
        <p:grpSp>
          <p:nvGrpSpPr>
            <p:cNvPr id="4" name="Google Shape;1593;p34">
              <a:extLst>
                <a:ext uri="{FF2B5EF4-FFF2-40B4-BE49-F238E27FC236}">
                  <a16:creationId xmlns:a16="http://schemas.microsoft.com/office/drawing/2014/main" id="{AAD74612-993B-8282-4AF2-5FB6BF2CA2DB}"/>
                </a:ext>
              </a:extLst>
            </p:cNvPr>
            <p:cNvGrpSpPr/>
            <p:nvPr/>
          </p:nvGrpSpPr>
          <p:grpSpPr>
            <a:xfrm>
              <a:off x="268810" y="2200408"/>
              <a:ext cx="1132952" cy="1345562"/>
              <a:chOff x="832043" y="2042984"/>
              <a:chExt cx="1754312" cy="2083528"/>
            </a:xfrm>
          </p:grpSpPr>
          <p:sp>
            <p:nvSpPr>
              <p:cNvPr id="8" name="Google Shape;1594;p34">
                <a:extLst>
                  <a:ext uri="{FF2B5EF4-FFF2-40B4-BE49-F238E27FC236}">
                    <a16:creationId xmlns:a16="http://schemas.microsoft.com/office/drawing/2014/main" id="{EA72D8E3-7BC0-A51A-35B9-9CD46BD51B42}"/>
                  </a:ext>
                </a:extLst>
              </p:cNvPr>
              <p:cNvSpPr txBox="1"/>
              <p:nvPr/>
            </p:nvSpPr>
            <p:spPr>
              <a:xfrm>
                <a:off x="910376" y="3606012"/>
                <a:ext cx="1635624" cy="52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defRPr/>
                </a:pPr>
                <a:r>
                  <a:rPr lang="en" sz="6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Início do semestre letivo.</a:t>
                </a:r>
                <a:endParaRPr sz="6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56" name="Google Shape;1595;p34">
                <a:extLst>
                  <a:ext uri="{FF2B5EF4-FFF2-40B4-BE49-F238E27FC236}">
                    <a16:creationId xmlns:a16="http://schemas.microsoft.com/office/drawing/2014/main" id="{F4A4D1E3-EA48-F4B4-C55B-A600A3A6969F}"/>
                  </a:ext>
                </a:extLst>
              </p:cNvPr>
              <p:cNvGrpSpPr/>
              <p:nvPr/>
            </p:nvGrpSpPr>
            <p:grpSpPr>
              <a:xfrm>
                <a:off x="1306267" y="2586171"/>
                <a:ext cx="681652" cy="969321"/>
                <a:chOff x="2310388" y="2586171"/>
                <a:chExt cx="681652" cy="969321"/>
              </a:xfrm>
            </p:grpSpPr>
            <p:sp>
              <p:nvSpPr>
                <p:cNvPr id="158" name="Google Shape;1596;p34">
                  <a:extLst>
                    <a:ext uri="{FF2B5EF4-FFF2-40B4-BE49-F238E27FC236}">
                      <a16:creationId xmlns:a16="http://schemas.microsoft.com/office/drawing/2014/main" id="{7689DD85-62C3-282A-C392-DC8A7A17B89F}"/>
                    </a:ext>
                  </a:extLst>
                </p:cNvPr>
                <p:cNvSpPr/>
                <p:nvPr/>
              </p:nvSpPr>
              <p:spPr>
                <a:xfrm>
                  <a:off x="2399315" y="2586171"/>
                  <a:ext cx="592725" cy="59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4" h="12405" extrusionOk="0">
                      <a:moveTo>
                        <a:pt x="6202" y="124"/>
                      </a:moveTo>
                      <a:cubicBezTo>
                        <a:pt x="9551" y="124"/>
                        <a:pt x="12280" y="2853"/>
                        <a:pt x="12280" y="6202"/>
                      </a:cubicBezTo>
                      <a:cubicBezTo>
                        <a:pt x="12280" y="9487"/>
                        <a:pt x="9551" y="12216"/>
                        <a:pt x="6202" y="12216"/>
                      </a:cubicBezTo>
                      <a:cubicBezTo>
                        <a:pt x="2913" y="12216"/>
                        <a:pt x="184" y="9487"/>
                        <a:pt x="184" y="6202"/>
                      </a:cubicBezTo>
                      <a:cubicBezTo>
                        <a:pt x="184" y="2853"/>
                        <a:pt x="2913" y="124"/>
                        <a:pt x="6202" y="124"/>
                      </a:cubicBezTo>
                      <a:close/>
                      <a:moveTo>
                        <a:pt x="6202" y="0"/>
                      </a:moveTo>
                      <a:cubicBezTo>
                        <a:pt x="2789" y="0"/>
                        <a:pt x="0" y="2729"/>
                        <a:pt x="0" y="6202"/>
                      </a:cubicBezTo>
                      <a:cubicBezTo>
                        <a:pt x="0" y="9611"/>
                        <a:pt x="2789" y="12404"/>
                        <a:pt x="6202" y="12404"/>
                      </a:cubicBezTo>
                      <a:cubicBezTo>
                        <a:pt x="9611" y="12404"/>
                        <a:pt x="12404" y="9611"/>
                        <a:pt x="12404" y="6202"/>
                      </a:cubicBezTo>
                      <a:cubicBezTo>
                        <a:pt x="12404" y="2729"/>
                        <a:pt x="9611" y="0"/>
                        <a:pt x="6202" y="0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59" name="Google Shape;1597;p34">
                  <a:extLst>
                    <a:ext uri="{FF2B5EF4-FFF2-40B4-BE49-F238E27FC236}">
                      <a16:creationId xmlns:a16="http://schemas.microsoft.com/office/drawing/2014/main" id="{2D13BE9B-E808-D8D6-C4D7-BFF072FD2AAC}"/>
                    </a:ext>
                  </a:extLst>
                </p:cNvPr>
                <p:cNvSpPr/>
                <p:nvPr/>
              </p:nvSpPr>
              <p:spPr>
                <a:xfrm>
                  <a:off x="2514764" y="2698799"/>
                  <a:ext cx="361589" cy="36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" h="7627" extrusionOk="0">
                      <a:moveTo>
                        <a:pt x="3786" y="496"/>
                      </a:moveTo>
                      <a:cubicBezTo>
                        <a:pt x="5647" y="496"/>
                        <a:pt x="7135" y="1985"/>
                        <a:pt x="7135" y="3845"/>
                      </a:cubicBezTo>
                      <a:cubicBezTo>
                        <a:pt x="7135" y="5641"/>
                        <a:pt x="5647" y="7130"/>
                        <a:pt x="3786" y="7130"/>
                      </a:cubicBezTo>
                      <a:cubicBezTo>
                        <a:pt x="1985" y="7130"/>
                        <a:pt x="497" y="5641"/>
                        <a:pt x="497" y="3845"/>
                      </a:cubicBezTo>
                      <a:cubicBezTo>
                        <a:pt x="497" y="1985"/>
                        <a:pt x="1985" y="496"/>
                        <a:pt x="3786" y="496"/>
                      </a:cubicBezTo>
                      <a:close/>
                      <a:moveTo>
                        <a:pt x="3786" y="0"/>
                      </a:moveTo>
                      <a:cubicBezTo>
                        <a:pt x="1677" y="0"/>
                        <a:pt x="0" y="1737"/>
                        <a:pt x="0" y="3845"/>
                      </a:cubicBezTo>
                      <a:cubicBezTo>
                        <a:pt x="0" y="5889"/>
                        <a:pt x="1677" y="7626"/>
                        <a:pt x="3786" y="7626"/>
                      </a:cubicBezTo>
                      <a:cubicBezTo>
                        <a:pt x="5895" y="7626"/>
                        <a:pt x="7567" y="5889"/>
                        <a:pt x="7567" y="3845"/>
                      </a:cubicBezTo>
                      <a:cubicBezTo>
                        <a:pt x="7567" y="1737"/>
                        <a:pt x="5895" y="0"/>
                        <a:pt x="3786" y="0"/>
                      </a:cubicBezTo>
                      <a:close/>
                    </a:path>
                  </a:pathLst>
                </a:custGeom>
                <a:solidFill>
                  <a:srgbClr val="16165D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60" name="Google Shape;1598;p34">
                  <a:extLst>
                    <a:ext uri="{FF2B5EF4-FFF2-40B4-BE49-F238E27FC236}">
                      <a16:creationId xmlns:a16="http://schemas.microsoft.com/office/drawing/2014/main" id="{08911AF2-E450-506D-A625-257172896CF9}"/>
                    </a:ext>
                  </a:extLst>
                </p:cNvPr>
                <p:cNvSpPr/>
                <p:nvPr/>
              </p:nvSpPr>
              <p:spPr>
                <a:xfrm>
                  <a:off x="2612674" y="2796473"/>
                  <a:ext cx="168872" cy="16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538" extrusionOk="0">
                      <a:moveTo>
                        <a:pt x="1737" y="0"/>
                      </a:moveTo>
                      <a:cubicBezTo>
                        <a:pt x="745" y="0"/>
                        <a:pt x="1" y="809"/>
                        <a:pt x="1" y="1801"/>
                      </a:cubicBezTo>
                      <a:cubicBezTo>
                        <a:pt x="1" y="2729"/>
                        <a:pt x="745" y="3538"/>
                        <a:pt x="1737" y="3538"/>
                      </a:cubicBezTo>
                      <a:cubicBezTo>
                        <a:pt x="2729" y="3538"/>
                        <a:pt x="3533" y="2729"/>
                        <a:pt x="3533" y="1801"/>
                      </a:cubicBezTo>
                      <a:cubicBezTo>
                        <a:pt x="3533" y="809"/>
                        <a:pt x="2729" y="0"/>
                        <a:pt x="1737" y="0"/>
                      </a:cubicBezTo>
                      <a:close/>
                    </a:path>
                  </a:pathLst>
                </a:custGeom>
                <a:solidFill>
                  <a:srgbClr val="16165D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61" name="Google Shape;1599;p34">
                  <a:extLst>
                    <a:ext uri="{FF2B5EF4-FFF2-40B4-BE49-F238E27FC236}">
                      <a16:creationId xmlns:a16="http://schemas.microsoft.com/office/drawing/2014/main" id="{20C23632-604B-307A-C84A-6B2CB06096FA}"/>
                    </a:ext>
                  </a:extLst>
                </p:cNvPr>
                <p:cNvSpPr/>
                <p:nvPr/>
              </p:nvSpPr>
              <p:spPr>
                <a:xfrm>
                  <a:off x="2692577" y="3172972"/>
                  <a:ext cx="9079" cy="30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" h="19658" extrusionOk="0">
                      <a:moveTo>
                        <a:pt x="1" y="0"/>
                      </a:moveTo>
                      <a:lnTo>
                        <a:pt x="1" y="19658"/>
                      </a:lnTo>
                      <a:lnTo>
                        <a:pt x="189" y="19658"/>
                      </a:lnTo>
                      <a:lnTo>
                        <a:pt x="189" y="0"/>
                      </a:ln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62" name="Google Shape;1600;p34">
                  <a:extLst>
                    <a:ext uri="{FF2B5EF4-FFF2-40B4-BE49-F238E27FC236}">
                      <a16:creationId xmlns:a16="http://schemas.microsoft.com/office/drawing/2014/main" id="{F4834036-C628-AC01-3BDC-484E885E7760}"/>
                    </a:ext>
                  </a:extLst>
                </p:cNvPr>
                <p:cNvSpPr/>
                <p:nvPr/>
              </p:nvSpPr>
              <p:spPr>
                <a:xfrm>
                  <a:off x="2310388" y="2885354"/>
                  <a:ext cx="385338" cy="3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4" h="8128" extrusionOk="0">
                      <a:moveTo>
                        <a:pt x="1" y="1"/>
                      </a:moveTo>
                      <a:cubicBezTo>
                        <a:pt x="1" y="4466"/>
                        <a:pt x="3598" y="8128"/>
                        <a:pt x="8063" y="8128"/>
                      </a:cubicBezTo>
                      <a:lnTo>
                        <a:pt x="8063" y="7939"/>
                      </a:lnTo>
                      <a:cubicBezTo>
                        <a:pt x="3722" y="7939"/>
                        <a:pt x="125" y="4407"/>
                        <a:pt x="125" y="1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63" name="Google Shape;1601;p34">
                  <a:extLst>
                    <a:ext uri="{FF2B5EF4-FFF2-40B4-BE49-F238E27FC236}">
                      <a16:creationId xmlns:a16="http://schemas.microsoft.com/office/drawing/2014/main" id="{81B15A12-3DEC-7CF8-2670-286ED6C24A50}"/>
                    </a:ext>
                  </a:extLst>
                </p:cNvPr>
                <p:cNvSpPr/>
                <p:nvPr/>
              </p:nvSpPr>
              <p:spPr>
                <a:xfrm>
                  <a:off x="2646714" y="3454692"/>
                  <a:ext cx="100800" cy="100800"/>
                </a:xfrm>
                <a:prstGeom prst="ellipse">
                  <a:avLst/>
                </a:prstGeom>
                <a:solidFill>
                  <a:srgbClr val="16165D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157" name="Google Shape;1602;p34">
                <a:extLst>
                  <a:ext uri="{FF2B5EF4-FFF2-40B4-BE49-F238E27FC236}">
                    <a16:creationId xmlns:a16="http://schemas.microsoft.com/office/drawing/2014/main" id="{C02CE627-3F1D-0908-F81D-8419A0497846}"/>
                  </a:ext>
                </a:extLst>
              </p:cNvPr>
              <p:cNvSpPr txBox="1"/>
              <p:nvPr/>
            </p:nvSpPr>
            <p:spPr>
              <a:xfrm>
                <a:off x="832043" y="2042984"/>
                <a:ext cx="1754312" cy="627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lnSpc>
                    <a:spcPct val="115000"/>
                  </a:lnSpc>
                  <a:buClr>
                    <a:srgbClr val="A7A7A7"/>
                  </a:buClr>
                  <a:buSzPts val="1100"/>
                  <a:defRPr/>
                </a:pPr>
                <a:r>
                  <a:rPr lang="en" sz="825" b="1" dirty="0">
                    <a:solidFill>
                      <a:schemeClr val="tx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23 de Fevereiro</a:t>
                </a:r>
                <a:endParaRPr sz="825" dirty="0">
                  <a:solidFill>
                    <a:schemeClr val="tx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grpSp>
          <p:nvGrpSpPr>
            <p:cNvPr id="164" name="Google Shape;1618;p34">
              <a:extLst>
                <a:ext uri="{FF2B5EF4-FFF2-40B4-BE49-F238E27FC236}">
                  <a16:creationId xmlns:a16="http://schemas.microsoft.com/office/drawing/2014/main" id="{2EBDC0D3-1C2F-903C-DED4-69E26FED8C3F}"/>
                </a:ext>
              </a:extLst>
            </p:cNvPr>
            <p:cNvGrpSpPr/>
            <p:nvPr/>
          </p:nvGrpSpPr>
          <p:grpSpPr>
            <a:xfrm>
              <a:off x="1259258" y="1883002"/>
              <a:ext cx="1242220" cy="1406729"/>
              <a:chOff x="2637158" y="1610045"/>
              <a:chExt cx="1893287" cy="2065604"/>
            </a:xfrm>
          </p:grpSpPr>
          <p:sp>
            <p:nvSpPr>
              <p:cNvPr id="165" name="Google Shape;1619;p34">
                <a:extLst>
                  <a:ext uri="{FF2B5EF4-FFF2-40B4-BE49-F238E27FC236}">
                    <a16:creationId xmlns:a16="http://schemas.microsoft.com/office/drawing/2014/main" id="{A9B55508-A728-6D58-6C1E-5F528ACA52AB}"/>
                  </a:ext>
                </a:extLst>
              </p:cNvPr>
              <p:cNvSpPr txBox="1"/>
              <p:nvPr/>
            </p:nvSpPr>
            <p:spPr>
              <a:xfrm>
                <a:off x="2712919" y="3356576"/>
                <a:ext cx="1649647" cy="31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lnSpc>
                    <a:spcPct val="115000"/>
                  </a:lnSpc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cs typeface="Calibri"/>
                    <a:sym typeface="Fira Sans Extra Condensed"/>
                  </a:rPr>
                  <a:t>25 a 30 de Setembro</a:t>
                </a:r>
              </a:p>
            </p:txBody>
          </p:sp>
          <p:grpSp>
            <p:nvGrpSpPr>
              <p:cNvPr id="166" name="Google Shape;1620;p34">
                <a:extLst>
                  <a:ext uri="{FF2B5EF4-FFF2-40B4-BE49-F238E27FC236}">
                    <a16:creationId xmlns:a16="http://schemas.microsoft.com/office/drawing/2014/main" id="{E6B9EF17-0AE7-39E3-F039-2BEB56052378}"/>
                  </a:ext>
                </a:extLst>
              </p:cNvPr>
              <p:cNvGrpSpPr/>
              <p:nvPr/>
            </p:nvGrpSpPr>
            <p:grpSpPr>
              <a:xfrm>
                <a:off x="3204006" y="2194620"/>
                <a:ext cx="684519" cy="987143"/>
                <a:chOff x="3545057" y="2194620"/>
                <a:chExt cx="684519" cy="987143"/>
              </a:xfrm>
            </p:grpSpPr>
            <p:sp>
              <p:nvSpPr>
                <p:cNvPr id="168" name="Google Shape;1621;p34">
                  <a:extLst>
                    <a:ext uri="{FF2B5EF4-FFF2-40B4-BE49-F238E27FC236}">
                      <a16:creationId xmlns:a16="http://schemas.microsoft.com/office/drawing/2014/main" id="{02B27029-0C93-5A57-A9AC-45EE53875348}"/>
                    </a:ext>
                  </a:extLst>
                </p:cNvPr>
                <p:cNvSpPr/>
                <p:nvPr/>
              </p:nvSpPr>
              <p:spPr>
                <a:xfrm>
                  <a:off x="3545057" y="2588990"/>
                  <a:ext cx="592773" cy="59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5" h="12405" extrusionOk="0">
                      <a:moveTo>
                        <a:pt x="6202" y="190"/>
                      </a:moveTo>
                      <a:cubicBezTo>
                        <a:pt x="9551" y="190"/>
                        <a:pt x="12280" y="2854"/>
                        <a:pt x="12280" y="6203"/>
                      </a:cubicBezTo>
                      <a:cubicBezTo>
                        <a:pt x="12280" y="9552"/>
                        <a:pt x="9551" y="12281"/>
                        <a:pt x="6202" y="12281"/>
                      </a:cubicBezTo>
                      <a:cubicBezTo>
                        <a:pt x="2853" y="12281"/>
                        <a:pt x="184" y="9552"/>
                        <a:pt x="184" y="6203"/>
                      </a:cubicBezTo>
                      <a:cubicBezTo>
                        <a:pt x="184" y="2854"/>
                        <a:pt x="2853" y="190"/>
                        <a:pt x="6202" y="190"/>
                      </a:cubicBezTo>
                      <a:close/>
                      <a:moveTo>
                        <a:pt x="6202" y="1"/>
                      </a:moveTo>
                      <a:cubicBezTo>
                        <a:pt x="2789" y="1"/>
                        <a:pt x="0" y="2794"/>
                        <a:pt x="0" y="6203"/>
                      </a:cubicBezTo>
                      <a:cubicBezTo>
                        <a:pt x="0" y="9616"/>
                        <a:pt x="2789" y="12405"/>
                        <a:pt x="6202" y="12405"/>
                      </a:cubicBezTo>
                      <a:cubicBezTo>
                        <a:pt x="9611" y="12405"/>
                        <a:pt x="12404" y="9616"/>
                        <a:pt x="12404" y="6203"/>
                      </a:cubicBezTo>
                      <a:cubicBezTo>
                        <a:pt x="12404" y="2794"/>
                        <a:pt x="9611" y="1"/>
                        <a:pt x="6202" y="1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69" name="Google Shape;1622;p34">
                  <a:extLst>
                    <a:ext uri="{FF2B5EF4-FFF2-40B4-BE49-F238E27FC236}">
                      <a16:creationId xmlns:a16="http://schemas.microsoft.com/office/drawing/2014/main" id="{D66898AC-8206-5651-0E24-707F6FBFEEFD}"/>
                    </a:ext>
                  </a:extLst>
                </p:cNvPr>
                <p:cNvSpPr/>
                <p:nvPr/>
              </p:nvSpPr>
              <p:spPr>
                <a:xfrm>
                  <a:off x="3660505" y="2704725"/>
                  <a:ext cx="361589" cy="361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" h="7567" extrusionOk="0">
                      <a:moveTo>
                        <a:pt x="3786" y="496"/>
                      </a:moveTo>
                      <a:cubicBezTo>
                        <a:pt x="5647" y="496"/>
                        <a:pt x="7135" y="1985"/>
                        <a:pt x="7135" y="3781"/>
                      </a:cubicBezTo>
                      <a:cubicBezTo>
                        <a:pt x="7135" y="5641"/>
                        <a:pt x="5647" y="7130"/>
                        <a:pt x="3786" y="7130"/>
                      </a:cubicBezTo>
                      <a:cubicBezTo>
                        <a:pt x="1985" y="7130"/>
                        <a:pt x="497" y="5641"/>
                        <a:pt x="497" y="3781"/>
                      </a:cubicBezTo>
                      <a:cubicBezTo>
                        <a:pt x="497" y="1985"/>
                        <a:pt x="1985" y="496"/>
                        <a:pt x="3786" y="496"/>
                      </a:cubicBezTo>
                      <a:close/>
                      <a:moveTo>
                        <a:pt x="3786" y="0"/>
                      </a:moveTo>
                      <a:cubicBezTo>
                        <a:pt x="1678" y="0"/>
                        <a:pt x="1" y="1672"/>
                        <a:pt x="1" y="3781"/>
                      </a:cubicBezTo>
                      <a:cubicBezTo>
                        <a:pt x="1" y="5890"/>
                        <a:pt x="1678" y="7567"/>
                        <a:pt x="3786" y="7567"/>
                      </a:cubicBezTo>
                      <a:cubicBezTo>
                        <a:pt x="5895" y="7567"/>
                        <a:pt x="7567" y="5890"/>
                        <a:pt x="7567" y="3781"/>
                      </a:cubicBezTo>
                      <a:cubicBezTo>
                        <a:pt x="7567" y="1672"/>
                        <a:pt x="5895" y="0"/>
                        <a:pt x="3786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70" name="Google Shape;1623;p34">
                  <a:extLst>
                    <a:ext uri="{FF2B5EF4-FFF2-40B4-BE49-F238E27FC236}">
                      <a16:creationId xmlns:a16="http://schemas.microsoft.com/office/drawing/2014/main" id="{A51C43FC-FD81-F784-E419-C2BACAE797FD}"/>
                    </a:ext>
                  </a:extLst>
                </p:cNvPr>
                <p:cNvSpPr/>
                <p:nvPr/>
              </p:nvSpPr>
              <p:spPr>
                <a:xfrm>
                  <a:off x="3755358" y="2799531"/>
                  <a:ext cx="171930" cy="171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8" h="3598" extrusionOk="0">
                      <a:moveTo>
                        <a:pt x="1801" y="1"/>
                      </a:moveTo>
                      <a:cubicBezTo>
                        <a:pt x="809" y="1"/>
                        <a:pt x="0" y="805"/>
                        <a:pt x="0" y="1797"/>
                      </a:cubicBezTo>
                      <a:cubicBezTo>
                        <a:pt x="0" y="2789"/>
                        <a:pt x="809" y="3598"/>
                        <a:pt x="1801" y="3598"/>
                      </a:cubicBezTo>
                      <a:cubicBezTo>
                        <a:pt x="2794" y="3598"/>
                        <a:pt x="3597" y="2789"/>
                        <a:pt x="3597" y="1797"/>
                      </a:cubicBezTo>
                      <a:cubicBezTo>
                        <a:pt x="3597" y="805"/>
                        <a:pt x="2794" y="1"/>
                        <a:pt x="1801" y="1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71" name="Google Shape;1624;p34">
                  <a:extLst>
                    <a:ext uri="{FF2B5EF4-FFF2-40B4-BE49-F238E27FC236}">
                      <a16:creationId xmlns:a16="http://schemas.microsoft.com/office/drawing/2014/main" id="{81E5C0E8-0B94-E184-4A3B-41B25D1C59D3}"/>
                    </a:ext>
                  </a:extLst>
                </p:cNvPr>
                <p:cNvSpPr/>
                <p:nvPr/>
              </p:nvSpPr>
              <p:spPr>
                <a:xfrm>
                  <a:off x="3834923" y="2295416"/>
                  <a:ext cx="5973" cy="303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" h="19664" extrusionOk="0">
                      <a:moveTo>
                        <a:pt x="1" y="1"/>
                      </a:moveTo>
                      <a:lnTo>
                        <a:pt x="1" y="19663"/>
                      </a:lnTo>
                      <a:lnTo>
                        <a:pt x="125" y="19663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72" name="Google Shape;1625;p34">
                  <a:extLst>
                    <a:ext uri="{FF2B5EF4-FFF2-40B4-BE49-F238E27FC236}">
                      <a16:creationId xmlns:a16="http://schemas.microsoft.com/office/drawing/2014/main" id="{8969984F-C82E-BA06-2DFE-41BF558E09B8}"/>
                    </a:ext>
                  </a:extLst>
                </p:cNvPr>
                <p:cNvSpPr/>
                <p:nvPr/>
              </p:nvSpPr>
              <p:spPr>
                <a:xfrm>
                  <a:off x="3841418" y="2500110"/>
                  <a:ext cx="388158" cy="385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3" h="8063" extrusionOk="0">
                      <a:moveTo>
                        <a:pt x="0" y="0"/>
                      </a:moveTo>
                      <a:lnTo>
                        <a:pt x="0" y="124"/>
                      </a:lnTo>
                      <a:cubicBezTo>
                        <a:pt x="4401" y="124"/>
                        <a:pt x="7939" y="3722"/>
                        <a:pt x="7939" y="8063"/>
                      </a:cubicBezTo>
                      <a:lnTo>
                        <a:pt x="8122" y="8063"/>
                      </a:lnTo>
                      <a:cubicBezTo>
                        <a:pt x="8122" y="3598"/>
                        <a:pt x="4466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73" name="Google Shape;1626;p34">
                  <a:extLst>
                    <a:ext uri="{FF2B5EF4-FFF2-40B4-BE49-F238E27FC236}">
                      <a16:creationId xmlns:a16="http://schemas.microsoft.com/office/drawing/2014/main" id="{F3C28A0C-31E7-7BDB-0C70-58F393EC8D98}"/>
                    </a:ext>
                  </a:extLst>
                </p:cNvPr>
                <p:cNvSpPr/>
                <p:nvPr/>
              </p:nvSpPr>
              <p:spPr>
                <a:xfrm>
                  <a:off x="3787649" y="2194620"/>
                  <a:ext cx="100801" cy="100800"/>
                </a:xfrm>
                <a:prstGeom prst="ellipse">
                  <a:avLst/>
                </a:pr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167" name="Google Shape;1627;p34">
                <a:extLst>
                  <a:ext uri="{FF2B5EF4-FFF2-40B4-BE49-F238E27FC236}">
                    <a16:creationId xmlns:a16="http://schemas.microsoft.com/office/drawing/2014/main" id="{551B54B6-2132-8A13-E2C9-DB119086C46B}"/>
                  </a:ext>
                </a:extLst>
              </p:cNvPr>
              <p:cNvSpPr txBox="1"/>
              <p:nvPr/>
            </p:nvSpPr>
            <p:spPr>
              <a:xfrm>
                <a:off x="2637158" y="1610045"/>
                <a:ext cx="1893287" cy="52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defRPr/>
                </a:pPr>
                <a:r>
                  <a:rPr lang="en" sz="6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Avaliando o Aprendizado - ciclo 1.</a:t>
                </a:r>
                <a:endParaRPr sz="6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4" name="Google Shape;1592;p34">
              <a:extLst>
                <a:ext uri="{FF2B5EF4-FFF2-40B4-BE49-F238E27FC236}">
                  <a16:creationId xmlns:a16="http://schemas.microsoft.com/office/drawing/2014/main" id="{534C638D-5C3F-19A2-07D2-E10BC000E55B}"/>
                </a:ext>
              </a:extLst>
            </p:cNvPr>
            <p:cNvSpPr/>
            <p:nvPr/>
          </p:nvSpPr>
          <p:spPr>
            <a:xfrm rot="16200000">
              <a:off x="8688689" y="3639984"/>
              <a:ext cx="1800000" cy="8792"/>
            </a:xfrm>
            <a:custGeom>
              <a:avLst/>
              <a:gdLst/>
              <a:ahLst/>
              <a:cxnLst/>
              <a:rect l="l" t="t" r="r" b="b"/>
              <a:pathLst>
                <a:path w="135881" h="184" extrusionOk="0">
                  <a:moveTo>
                    <a:pt x="60" y="0"/>
                  </a:moveTo>
                  <a:cubicBezTo>
                    <a:pt x="0" y="0"/>
                    <a:pt x="0" y="60"/>
                    <a:pt x="0" y="124"/>
                  </a:cubicBezTo>
                  <a:cubicBezTo>
                    <a:pt x="0" y="124"/>
                    <a:pt x="0" y="184"/>
                    <a:pt x="60" y="184"/>
                  </a:cubicBezTo>
                  <a:lnTo>
                    <a:pt x="135757" y="184"/>
                  </a:lnTo>
                  <a:cubicBezTo>
                    <a:pt x="135821" y="184"/>
                    <a:pt x="135881" y="124"/>
                    <a:pt x="135881" y="124"/>
                  </a:cubicBezTo>
                  <a:cubicBezTo>
                    <a:pt x="135881" y="60"/>
                    <a:pt x="135821" y="0"/>
                    <a:pt x="135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336947">
                <a:defRPr/>
              </a:pPr>
              <a:endParaRPr sz="1350">
                <a:latin typeface="Calibri"/>
                <a:cs typeface="Calibri"/>
              </a:endParaRPr>
            </a:p>
          </p:txBody>
        </p:sp>
        <p:sp>
          <p:nvSpPr>
            <p:cNvPr id="175" name="Google Shape;1592;p34">
              <a:extLst>
                <a:ext uri="{FF2B5EF4-FFF2-40B4-BE49-F238E27FC236}">
                  <a16:creationId xmlns:a16="http://schemas.microsoft.com/office/drawing/2014/main" id="{CF0B3FF4-167D-622F-C058-AA3D17925FA0}"/>
                </a:ext>
              </a:extLst>
            </p:cNvPr>
            <p:cNvSpPr/>
            <p:nvPr/>
          </p:nvSpPr>
          <p:spPr>
            <a:xfrm>
              <a:off x="8556606" y="4513197"/>
              <a:ext cx="1036397" cy="33978"/>
            </a:xfrm>
            <a:custGeom>
              <a:avLst/>
              <a:gdLst/>
              <a:ahLst/>
              <a:cxnLst/>
              <a:rect l="l" t="t" r="r" b="b"/>
              <a:pathLst>
                <a:path w="135881" h="184" extrusionOk="0">
                  <a:moveTo>
                    <a:pt x="60" y="0"/>
                  </a:moveTo>
                  <a:cubicBezTo>
                    <a:pt x="0" y="0"/>
                    <a:pt x="0" y="60"/>
                    <a:pt x="0" y="124"/>
                  </a:cubicBezTo>
                  <a:cubicBezTo>
                    <a:pt x="0" y="124"/>
                    <a:pt x="0" y="184"/>
                    <a:pt x="60" y="184"/>
                  </a:cubicBezTo>
                  <a:lnTo>
                    <a:pt x="135757" y="184"/>
                  </a:lnTo>
                  <a:cubicBezTo>
                    <a:pt x="135821" y="184"/>
                    <a:pt x="135881" y="124"/>
                    <a:pt x="135881" y="124"/>
                  </a:cubicBezTo>
                  <a:cubicBezTo>
                    <a:pt x="135881" y="60"/>
                    <a:pt x="135821" y="0"/>
                    <a:pt x="135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336947">
                <a:defRPr/>
              </a:pPr>
              <a:endParaRPr sz="1350">
                <a:latin typeface="Calibri"/>
                <a:cs typeface="Calibri"/>
              </a:endParaRPr>
            </a:p>
          </p:txBody>
        </p:sp>
        <p:grpSp>
          <p:nvGrpSpPr>
            <p:cNvPr id="176" name="Google Shape;1593;p34">
              <a:extLst>
                <a:ext uri="{FF2B5EF4-FFF2-40B4-BE49-F238E27FC236}">
                  <a16:creationId xmlns:a16="http://schemas.microsoft.com/office/drawing/2014/main" id="{89D7E796-DBD1-225C-7808-F1888AB8285C}"/>
                </a:ext>
              </a:extLst>
            </p:cNvPr>
            <p:cNvGrpSpPr/>
            <p:nvPr/>
          </p:nvGrpSpPr>
          <p:grpSpPr>
            <a:xfrm>
              <a:off x="2365268" y="2148382"/>
              <a:ext cx="1229664" cy="1402539"/>
              <a:chOff x="754370" y="1954758"/>
              <a:chExt cx="1904065" cy="2171754"/>
            </a:xfrm>
          </p:grpSpPr>
          <p:sp>
            <p:nvSpPr>
              <p:cNvPr id="177" name="Google Shape;1594;p34">
                <a:extLst>
                  <a:ext uri="{FF2B5EF4-FFF2-40B4-BE49-F238E27FC236}">
                    <a16:creationId xmlns:a16="http://schemas.microsoft.com/office/drawing/2014/main" id="{10E9B257-5685-B800-034E-F94108279015}"/>
                  </a:ext>
                </a:extLst>
              </p:cNvPr>
              <p:cNvSpPr txBox="1"/>
              <p:nvPr/>
            </p:nvSpPr>
            <p:spPr>
              <a:xfrm>
                <a:off x="754370" y="3606012"/>
                <a:ext cx="1904065" cy="52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defRPr/>
                </a:pPr>
                <a:r>
                  <a:rPr lang="pt-BR" sz="6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Avaliando o Aprendizado - ciclo 2</a:t>
                </a:r>
                <a:r>
                  <a:rPr lang="pt-BR" sz="600" dirty="0">
                    <a:solidFill>
                      <a:srgbClr val="A7A7A7"/>
                    </a:solidFill>
                    <a:latin typeface="Roboto"/>
                    <a:ea typeface="Roboto"/>
                    <a:cs typeface="Roboto"/>
                    <a:sym typeface="Roboto"/>
                  </a:rPr>
                  <a:t>.</a:t>
                </a:r>
              </a:p>
            </p:txBody>
          </p:sp>
          <p:grpSp>
            <p:nvGrpSpPr>
              <p:cNvPr id="178" name="Google Shape;1595;p34">
                <a:extLst>
                  <a:ext uri="{FF2B5EF4-FFF2-40B4-BE49-F238E27FC236}">
                    <a16:creationId xmlns:a16="http://schemas.microsoft.com/office/drawing/2014/main" id="{7FE6AABB-C19E-6E69-BD19-C19049298EE5}"/>
                  </a:ext>
                </a:extLst>
              </p:cNvPr>
              <p:cNvGrpSpPr/>
              <p:nvPr/>
            </p:nvGrpSpPr>
            <p:grpSpPr>
              <a:xfrm>
                <a:off x="1306267" y="2586171"/>
                <a:ext cx="681652" cy="969321"/>
                <a:chOff x="2310388" y="2586171"/>
                <a:chExt cx="681652" cy="969321"/>
              </a:xfrm>
            </p:grpSpPr>
            <p:sp>
              <p:nvSpPr>
                <p:cNvPr id="180" name="Google Shape;1596;p34">
                  <a:extLst>
                    <a:ext uri="{FF2B5EF4-FFF2-40B4-BE49-F238E27FC236}">
                      <a16:creationId xmlns:a16="http://schemas.microsoft.com/office/drawing/2014/main" id="{224C83A8-3D5D-6D7E-DDE9-8A6DA63215E3}"/>
                    </a:ext>
                  </a:extLst>
                </p:cNvPr>
                <p:cNvSpPr/>
                <p:nvPr/>
              </p:nvSpPr>
              <p:spPr>
                <a:xfrm>
                  <a:off x="2399315" y="2586171"/>
                  <a:ext cx="592725" cy="59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4" h="12405" extrusionOk="0">
                      <a:moveTo>
                        <a:pt x="6202" y="124"/>
                      </a:moveTo>
                      <a:cubicBezTo>
                        <a:pt x="9551" y="124"/>
                        <a:pt x="12280" y="2853"/>
                        <a:pt x="12280" y="6202"/>
                      </a:cubicBezTo>
                      <a:cubicBezTo>
                        <a:pt x="12280" y="9487"/>
                        <a:pt x="9551" y="12216"/>
                        <a:pt x="6202" y="12216"/>
                      </a:cubicBezTo>
                      <a:cubicBezTo>
                        <a:pt x="2913" y="12216"/>
                        <a:pt x="184" y="9487"/>
                        <a:pt x="184" y="6202"/>
                      </a:cubicBezTo>
                      <a:cubicBezTo>
                        <a:pt x="184" y="2853"/>
                        <a:pt x="2913" y="124"/>
                        <a:pt x="6202" y="124"/>
                      </a:cubicBezTo>
                      <a:close/>
                      <a:moveTo>
                        <a:pt x="6202" y="0"/>
                      </a:moveTo>
                      <a:cubicBezTo>
                        <a:pt x="2789" y="0"/>
                        <a:pt x="0" y="2729"/>
                        <a:pt x="0" y="6202"/>
                      </a:cubicBezTo>
                      <a:cubicBezTo>
                        <a:pt x="0" y="9611"/>
                        <a:pt x="2789" y="12404"/>
                        <a:pt x="6202" y="12404"/>
                      </a:cubicBezTo>
                      <a:cubicBezTo>
                        <a:pt x="9611" y="12404"/>
                        <a:pt x="12404" y="9611"/>
                        <a:pt x="12404" y="6202"/>
                      </a:cubicBezTo>
                      <a:cubicBezTo>
                        <a:pt x="12404" y="2729"/>
                        <a:pt x="9611" y="0"/>
                        <a:pt x="6202" y="0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81" name="Google Shape;1597;p34">
                  <a:extLst>
                    <a:ext uri="{FF2B5EF4-FFF2-40B4-BE49-F238E27FC236}">
                      <a16:creationId xmlns:a16="http://schemas.microsoft.com/office/drawing/2014/main" id="{BA4DFBB1-494C-F88B-C5FB-B5CFA4ABCD96}"/>
                    </a:ext>
                  </a:extLst>
                </p:cNvPr>
                <p:cNvSpPr/>
                <p:nvPr/>
              </p:nvSpPr>
              <p:spPr>
                <a:xfrm>
                  <a:off x="2514764" y="2698799"/>
                  <a:ext cx="361589" cy="36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" h="7627" extrusionOk="0">
                      <a:moveTo>
                        <a:pt x="3786" y="496"/>
                      </a:moveTo>
                      <a:cubicBezTo>
                        <a:pt x="5647" y="496"/>
                        <a:pt x="7135" y="1985"/>
                        <a:pt x="7135" y="3845"/>
                      </a:cubicBezTo>
                      <a:cubicBezTo>
                        <a:pt x="7135" y="5641"/>
                        <a:pt x="5647" y="7130"/>
                        <a:pt x="3786" y="7130"/>
                      </a:cubicBezTo>
                      <a:cubicBezTo>
                        <a:pt x="1985" y="7130"/>
                        <a:pt x="497" y="5641"/>
                        <a:pt x="497" y="3845"/>
                      </a:cubicBezTo>
                      <a:cubicBezTo>
                        <a:pt x="497" y="1985"/>
                        <a:pt x="1985" y="496"/>
                        <a:pt x="3786" y="496"/>
                      </a:cubicBezTo>
                      <a:close/>
                      <a:moveTo>
                        <a:pt x="3786" y="0"/>
                      </a:moveTo>
                      <a:cubicBezTo>
                        <a:pt x="1677" y="0"/>
                        <a:pt x="0" y="1737"/>
                        <a:pt x="0" y="3845"/>
                      </a:cubicBezTo>
                      <a:cubicBezTo>
                        <a:pt x="0" y="5889"/>
                        <a:pt x="1677" y="7626"/>
                        <a:pt x="3786" y="7626"/>
                      </a:cubicBezTo>
                      <a:cubicBezTo>
                        <a:pt x="5895" y="7626"/>
                        <a:pt x="7567" y="5889"/>
                        <a:pt x="7567" y="3845"/>
                      </a:cubicBezTo>
                      <a:cubicBezTo>
                        <a:pt x="7567" y="1737"/>
                        <a:pt x="5895" y="0"/>
                        <a:pt x="3786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82" name="Google Shape;1598;p34">
                  <a:extLst>
                    <a:ext uri="{FF2B5EF4-FFF2-40B4-BE49-F238E27FC236}">
                      <a16:creationId xmlns:a16="http://schemas.microsoft.com/office/drawing/2014/main" id="{F6769AB3-958F-F8DE-50DE-01FE287C6145}"/>
                    </a:ext>
                  </a:extLst>
                </p:cNvPr>
                <p:cNvSpPr/>
                <p:nvPr/>
              </p:nvSpPr>
              <p:spPr>
                <a:xfrm>
                  <a:off x="2612674" y="2796473"/>
                  <a:ext cx="168872" cy="16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538" extrusionOk="0">
                      <a:moveTo>
                        <a:pt x="1737" y="0"/>
                      </a:moveTo>
                      <a:cubicBezTo>
                        <a:pt x="745" y="0"/>
                        <a:pt x="1" y="809"/>
                        <a:pt x="1" y="1801"/>
                      </a:cubicBezTo>
                      <a:cubicBezTo>
                        <a:pt x="1" y="2729"/>
                        <a:pt x="745" y="3538"/>
                        <a:pt x="1737" y="3538"/>
                      </a:cubicBezTo>
                      <a:cubicBezTo>
                        <a:pt x="2729" y="3538"/>
                        <a:pt x="3533" y="2729"/>
                        <a:pt x="3533" y="1801"/>
                      </a:cubicBezTo>
                      <a:cubicBezTo>
                        <a:pt x="3533" y="809"/>
                        <a:pt x="2729" y="0"/>
                        <a:pt x="1737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83" name="Google Shape;1599;p34">
                  <a:extLst>
                    <a:ext uri="{FF2B5EF4-FFF2-40B4-BE49-F238E27FC236}">
                      <a16:creationId xmlns:a16="http://schemas.microsoft.com/office/drawing/2014/main" id="{A8B22BCC-6E86-DF31-3D6F-9045F75A54DF}"/>
                    </a:ext>
                  </a:extLst>
                </p:cNvPr>
                <p:cNvSpPr/>
                <p:nvPr/>
              </p:nvSpPr>
              <p:spPr>
                <a:xfrm>
                  <a:off x="2692577" y="3172972"/>
                  <a:ext cx="9079" cy="30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" h="19658" extrusionOk="0">
                      <a:moveTo>
                        <a:pt x="1" y="0"/>
                      </a:moveTo>
                      <a:lnTo>
                        <a:pt x="1" y="19658"/>
                      </a:lnTo>
                      <a:lnTo>
                        <a:pt x="189" y="19658"/>
                      </a:lnTo>
                      <a:lnTo>
                        <a:pt x="189" y="0"/>
                      </a:ln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84" name="Google Shape;1600;p34">
                  <a:extLst>
                    <a:ext uri="{FF2B5EF4-FFF2-40B4-BE49-F238E27FC236}">
                      <a16:creationId xmlns:a16="http://schemas.microsoft.com/office/drawing/2014/main" id="{E4B6DD0D-68F7-DE6D-04DF-00574A7609F5}"/>
                    </a:ext>
                  </a:extLst>
                </p:cNvPr>
                <p:cNvSpPr/>
                <p:nvPr/>
              </p:nvSpPr>
              <p:spPr>
                <a:xfrm>
                  <a:off x="2310388" y="2885354"/>
                  <a:ext cx="385338" cy="3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4" h="8128" extrusionOk="0">
                      <a:moveTo>
                        <a:pt x="1" y="1"/>
                      </a:moveTo>
                      <a:cubicBezTo>
                        <a:pt x="1" y="4466"/>
                        <a:pt x="3598" y="8128"/>
                        <a:pt x="8063" y="8128"/>
                      </a:cubicBezTo>
                      <a:lnTo>
                        <a:pt x="8063" y="7939"/>
                      </a:lnTo>
                      <a:cubicBezTo>
                        <a:pt x="3722" y="7939"/>
                        <a:pt x="125" y="4407"/>
                        <a:pt x="125" y="1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85" name="Google Shape;1601;p34">
                  <a:extLst>
                    <a:ext uri="{FF2B5EF4-FFF2-40B4-BE49-F238E27FC236}">
                      <a16:creationId xmlns:a16="http://schemas.microsoft.com/office/drawing/2014/main" id="{E7F48131-9812-3B6A-176E-BECCE17B27F7}"/>
                    </a:ext>
                  </a:extLst>
                </p:cNvPr>
                <p:cNvSpPr/>
                <p:nvPr/>
              </p:nvSpPr>
              <p:spPr>
                <a:xfrm>
                  <a:off x="2646714" y="3454692"/>
                  <a:ext cx="100800" cy="100800"/>
                </a:xfrm>
                <a:prstGeom prst="ellipse">
                  <a:avLst/>
                </a:pr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179" name="Google Shape;1602;p34">
                <a:extLst>
                  <a:ext uri="{FF2B5EF4-FFF2-40B4-BE49-F238E27FC236}">
                    <a16:creationId xmlns:a16="http://schemas.microsoft.com/office/drawing/2014/main" id="{2EF0660A-992A-879C-091D-8FF1400EA5D6}"/>
                  </a:ext>
                </a:extLst>
              </p:cNvPr>
              <p:cNvSpPr txBox="1"/>
              <p:nvPr/>
            </p:nvSpPr>
            <p:spPr>
              <a:xfrm>
                <a:off x="832179" y="1954758"/>
                <a:ext cx="1754312" cy="627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lnSpc>
                    <a:spcPct val="115000"/>
                  </a:lnSpc>
                  <a:buClr>
                    <a:srgbClr val="A7A7A7"/>
                  </a:buClr>
                  <a:buSzPts val="1100"/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02 de Outubro a</a:t>
                </a:r>
              </a:p>
              <a:p>
                <a:pPr algn="ctr" defTabSz="336947">
                  <a:lnSpc>
                    <a:spcPct val="115000"/>
                  </a:lnSpc>
                  <a:buClr>
                    <a:srgbClr val="A7A7A7"/>
                  </a:buClr>
                  <a:buSzPts val="1100"/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05 de Novembro</a:t>
                </a:r>
                <a:endParaRPr lang="pt-BR" sz="825" dirty="0">
                  <a:solidFill>
                    <a:schemeClr val="tx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grpSp>
          <p:nvGrpSpPr>
            <p:cNvPr id="186" name="Google Shape;1618;p34">
              <a:extLst>
                <a:ext uri="{FF2B5EF4-FFF2-40B4-BE49-F238E27FC236}">
                  <a16:creationId xmlns:a16="http://schemas.microsoft.com/office/drawing/2014/main" id="{1FDA263B-CED6-AADB-BB1F-5B514F878DE7}"/>
                </a:ext>
              </a:extLst>
            </p:cNvPr>
            <p:cNvGrpSpPr/>
            <p:nvPr/>
          </p:nvGrpSpPr>
          <p:grpSpPr>
            <a:xfrm>
              <a:off x="3545833" y="2032238"/>
              <a:ext cx="1134000" cy="1207496"/>
              <a:chOff x="2678024" y="1821547"/>
              <a:chExt cx="1728346" cy="1773055"/>
            </a:xfrm>
          </p:grpSpPr>
          <p:sp>
            <p:nvSpPr>
              <p:cNvPr id="187" name="Google Shape;1619;p34">
                <a:extLst>
                  <a:ext uri="{FF2B5EF4-FFF2-40B4-BE49-F238E27FC236}">
                    <a16:creationId xmlns:a16="http://schemas.microsoft.com/office/drawing/2014/main" id="{CCEDD356-00EB-C61F-0F1A-1731CEB1A905}"/>
                  </a:ext>
                </a:extLst>
              </p:cNvPr>
              <p:cNvSpPr txBox="1"/>
              <p:nvPr/>
            </p:nvSpPr>
            <p:spPr>
              <a:xfrm>
                <a:off x="2713316" y="3275529"/>
                <a:ext cx="1649648" cy="31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lnSpc>
                    <a:spcPct val="115000"/>
                  </a:lnSpc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cs typeface="Calibri"/>
                    <a:sym typeface="Fira Sans Extra Condensed"/>
                  </a:rPr>
                  <a:t>16 a 20 de Outubro</a:t>
                </a:r>
              </a:p>
            </p:txBody>
          </p:sp>
          <p:grpSp>
            <p:nvGrpSpPr>
              <p:cNvPr id="188" name="Google Shape;1620;p34">
                <a:extLst>
                  <a:ext uri="{FF2B5EF4-FFF2-40B4-BE49-F238E27FC236}">
                    <a16:creationId xmlns:a16="http://schemas.microsoft.com/office/drawing/2014/main" id="{9970E003-EF34-A817-CE1A-0DBD63E2A1C2}"/>
                  </a:ext>
                </a:extLst>
              </p:cNvPr>
              <p:cNvGrpSpPr/>
              <p:nvPr/>
            </p:nvGrpSpPr>
            <p:grpSpPr>
              <a:xfrm>
                <a:off x="3204006" y="2194620"/>
                <a:ext cx="684519" cy="987143"/>
                <a:chOff x="3545057" y="2194620"/>
                <a:chExt cx="684519" cy="987143"/>
              </a:xfrm>
            </p:grpSpPr>
            <p:sp>
              <p:nvSpPr>
                <p:cNvPr id="190" name="Google Shape;1621;p34">
                  <a:extLst>
                    <a:ext uri="{FF2B5EF4-FFF2-40B4-BE49-F238E27FC236}">
                      <a16:creationId xmlns:a16="http://schemas.microsoft.com/office/drawing/2014/main" id="{8DFA8130-6C14-6D16-CBB6-63AAA124F7D3}"/>
                    </a:ext>
                  </a:extLst>
                </p:cNvPr>
                <p:cNvSpPr/>
                <p:nvPr/>
              </p:nvSpPr>
              <p:spPr>
                <a:xfrm>
                  <a:off x="3545057" y="2588990"/>
                  <a:ext cx="592773" cy="59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5" h="12405" extrusionOk="0">
                      <a:moveTo>
                        <a:pt x="6202" y="190"/>
                      </a:moveTo>
                      <a:cubicBezTo>
                        <a:pt x="9551" y="190"/>
                        <a:pt x="12280" y="2854"/>
                        <a:pt x="12280" y="6203"/>
                      </a:cubicBezTo>
                      <a:cubicBezTo>
                        <a:pt x="12280" y="9552"/>
                        <a:pt x="9551" y="12281"/>
                        <a:pt x="6202" y="12281"/>
                      </a:cubicBezTo>
                      <a:cubicBezTo>
                        <a:pt x="2853" y="12281"/>
                        <a:pt x="184" y="9552"/>
                        <a:pt x="184" y="6203"/>
                      </a:cubicBezTo>
                      <a:cubicBezTo>
                        <a:pt x="184" y="2854"/>
                        <a:pt x="2853" y="190"/>
                        <a:pt x="6202" y="190"/>
                      </a:cubicBezTo>
                      <a:close/>
                      <a:moveTo>
                        <a:pt x="6202" y="1"/>
                      </a:moveTo>
                      <a:cubicBezTo>
                        <a:pt x="2789" y="1"/>
                        <a:pt x="0" y="2794"/>
                        <a:pt x="0" y="6203"/>
                      </a:cubicBezTo>
                      <a:cubicBezTo>
                        <a:pt x="0" y="9616"/>
                        <a:pt x="2789" y="12405"/>
                        <a:pt x="6202" y="12405"/>
                      </a:cubicBezTo>
                      <a:cubicBezTo>
                        <a:pt x="9611" y="12405"/>
                        <a:pt x="12404" y="9616"/>
                        <a:pt x="12404" y="6203"/>
                      </a:cubicBezTo>
                      <a:cubicBezTo>
                        <a:pt x="12404" y="2794"/>
                        <a:pt x="9611" y="1"/>
                        <a:pt x="6202" y="1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91" name="Google Shape;1622;p34">
                  <a:extLst>
                    <a:ext uri="{FF2B5EF4-FFF2-40B4-BE49-F238E27FC236}">
                      <a16:creationId xmlns:a16="http://schemas.microsoft.com/office/drawing/2014/main" id="{2EABB92F-8EBF-9E92-DA9D-28BDCACDE15C}"/>
                    </a:ext>
                  </a:extLst>
                </p:cNvPr>
                <p:cNvSpPr/>
                <p:nvPr/>
              </p:nvSpPr>
              <p:spPr>
                <a:xfrm>
                  <a:off x="3660505" y="2704725"/>
                  <a:ext cx="361589" cy="361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" h="7567" extrusionOk="0">
                      <a:moveTo>
                        <a:pt x="3786" y="496"/>
                      </a:moveTo>
                      <a:cubicBezTo>
                        <a:pt x="5647" y="496"/>
                        <a:pt x="7135" y="1985"/>
                        <a:pt x="7135" y="3781"/>
                      </a:cubicBezTo>
                      <a:cubicBezTo>
                        <a:pt x="7135" y="5641"/>
                        <a:pt x="5647" y="7130"/>
                        <a:pt x="3786" y="7130"/>
                      </a:cubicBezTo>
                      <a:cubicBezTo>
                        <a:pt x="1985" y="7130"/>
                        <a:pt x="497" y="5641"/>
                        <a:pt x="497" y="3781"/>
                      </a:cubicBezTo>
                      <a:cubicBezTo>
                        <a:pt x="497" y="1985"/>
                        <a:pt x="1985" y="496"/>
                        <a:pt x="3786" y="496"/>
                      </a:cubicBezTo>
                      <a:close/>
                      <a:moveTo>
                        <a:pt x="3786" y="0"/>
                      </a:moveTo>
                      <a:cubicBezTo>
                        <a:pt x="1678" y="0"/>
                        <a:pt x="1" y="1672"/>
                        <a:pt x="1" y="3781"/>
                      </a:cubicBezTo>
                      <a:cubicBezTo>
                        <a:pt x="1" y="5890"/>
                        <a:pt x="1678" y="7567"/>
                        <a:pt x="3786" y="7567"/>
                      </a:cubicBezTo>
                      <a:cubicBezTo>
                        <a:pt x="5895" y="7567"/>
                        <a:pt x="7567" y="5890"/>
                        <a:pt x="7567" y="3781"/>
                      </a:cubicBezTo>
                      <a:cubicBezTo>
                        <a:pt x="7567" y="1672"/>
                        <a:pt x="5895" y="0"/>
                        <a:pt x="3786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92" name="Google Shape;1623;p34">
                  <a:extLst>
                    <a:ext uri="{FF2B5EF4-FFF2-40B4-BE49-F238E27FC236}">
                      <a16:creationId xmlns:a16="http://schemas.microsoft.com/office/drawing/2014/main" id="{BFC8A3BC-C5B9-9581-1137-90896EAB641D}"/>
                    </a:ext>
                  </a:extLst>
                </p:cNvPr>
                <p:cNvSpPr/>
                <p:nvPr/>
              </p:nvSpPr>
              <p:spPr>
                <a:xfrm>
                  <a:off x="3755358" y="2799531"/>
                  <a:ext cx="171930" cy="171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8" h="3598" extrusionOk="0">
                      <a:moveTo>
                        <a:pt x="1801" y="1"/>
                      </a:moveTo>
                      <a:cubicBezTo>
                        <a:pt x="809" y="1"/>
                        <a:pt x="0" y="805"/>
                        <a:pt x="0" y="1797"/>
                      </a:cubicBezTo>
                      <a:cubicBezTo>
                        <a:pt x="0" y="2789"/>
                        <a:pt x="809" y="3598"/>
                        <a:pt x="1801" y="3598"/>
                      </a:cubicBezTo>
                      <a:cubicBezTo>
                        <a:pt x="2794" y="3598"/>
                        <a:pt x="3597" y="2789"/>
                        <a:pt x="3597" y="1797"/>
                      </a:cubicBezTo>
                      <a:cubicBezTo>
                        <a:pt x="3597" y="805"/>
                        <a:pt x="2794" y="1"/>
                        <a:pt x="1801" y="1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93" name="Google Shape;1624;p34">
                  <a:extLst>
                    <a:ext uri="{FF2B5EF4-FFF2-40B4-BE49-F238E27FC236}">
                      <a16:creationId xmlns:a16="http://schemas.microsoft.com/office/drawing/2014/main" id="{EDEAD141-06C2-39D1-65AC-68FC4A5AB7E5}"/>
                    </a:ext>
                  </a:extLst>
                </p:cNvPr>
                <p:cNvSpPr/>
                <p:nvPr/>
              </p:nvSpPr>
              <p:spPr>
                <a:xfrm>
                  <a:off x="3834923" y="2295416"/>
                  <a:ext cx="5973" cy="303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" h="19664" extrusionOk="0">
                      <a:moveTo>
                        <a:pt x="1" y="1"/>
                      </a:moveTo>
                      <a:lnTo>
                        <a:pt x="1" y="19663"/>
                      </a:lnTo>
                      <a:lnTo>
                        <a:pt x="125" y="19663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94" name="Google Shape;1625;p34">
                  <a:extLst>
                    <a:ext uri="{FF2B5EF4-FFF2-40B4-BE49-F238E27FC236}">
                      <a16:creationId xmlns:a16="http://schemas.microsoft.com/office/drawing/2014/main" id="{1D3B3964-DA56-E8B0-7C77-1D3834C7460D}"/>
                    </a:ext>
                  </a:extLst>
                </p:cNvPr>
                <p:cNvSpPr/>
                <p:nvPr/>
              </p:nvSpPr>
              <p:spPr>
                <a:xfrm>
                  <a:off x="3841418" y="2500110"/>
                  <a:ext cx="388158" cy="385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3" h="8063" extrusionOk="0">
                      <a:moveTo>
                        <a:pt x="0" y="0"/>
                      </a:moveTo>
                      <a:lnTo>
                        <a:pt x="0" y="124"/>
                      </a:lnTo>
                      <a:cubicBezTo>
                        <a:pt x="4401" y="124"/>
                        <a:pt x="7939" y="3722"/>
                        <a:pt x="7939" y="8063"/>
                      </a:cubicBezTo>
                      <a:lnTo>
                        <a:pt x="8122" y="8063"/>
                      </a:lnTo>
                      <a:cubicBezTo>
                        <a:pt x="8122" y="3598"/>
                        <a:pt x="4466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95" name="Google Shape;1626;p34">
                  <a:extLst>
                    <a:ext uri="{FF2B5EF4-FFF2-40B4-BE49-F238E27FC236}">
                      <a16:creationId xmlns:a16="http://schemas.microsoft.com/office/drawing/2014/main" id="{7F1D9F81-8DBB-159B-E648-F0C11104F7C1}"/>
                    </a:ext>
                  </a:extLst>
                </p:cNvPr>
                <p:cNvSpPr/>
                <p:nvPr/>
              </p:nvSpPr>
              <p:spPr>
                <a:xfrm>
                  <a:off x="3787649" y="2194620"/>
                  <a:ext cx="100801" cy="100800"/>
                </a:xfrm>
                <a:prstGeom prst="ellipse">
                  <a:avLst/>
                </a:pr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189" name="Google Shape;1627;p34">
                <a:extLst>
                  <a:ext uri="{FF2B5EF4-FFF2-40B4-BE49-F238E27FC236}">
                    <a16:creationId xmlns:a16="http://schemas.microsoft.com/office/drawing/2014/main" id="{B7F6491B-9D99-D0F1-3C7F-14464DF55029}"/>
                  </a:ext>
                </a:extLst>
              </p:cNvPr>
              <p:cNvSpPr txBox="1"/>
              <p:nvPr/>
            </p:nvSpPr>
            <p:spPr>
              <a:xfrm>
                <a:off x="2678024" y="1821547"/>
                <a:ext cx="1728346" cy="308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defRPr/>
                </a:pPr>
                <a:r>
                  <a:rPr lang="pt-BR" sz="6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Semana Nacional de Cursos</a:t>
                </a:r>
              </a:p>
            </p:txBody>
          </p:sp>
        </p:grpSp>
        <p:grpSp>
          <p:nvGrpSpPr>
            <p:cNvPr id="196" name="Google Shape;1593;p34">
              <a:extLst>
                <a:ext uri="{FF2B5EF4-FFF2-40B4-BE49-F238E27FC236}">
                  <a16:creationId xmlns:a16="http://schemas.microsoft.com/office/drawing/2014/main" id="{0A10227A-63EB-E933-D0FF-62F98553A0B4}"/>
                </a:ext>
              </a:extLst>
            </p:cNvPr>
            <p:cNvGrpSpPr/>
            <p:nvPr/>
          </p:nvGrpSpPr>
          <p:grpSpPr>
            <a:xfrm>
              <a:off x="4586102" y="2206265"/>
              <a:ext cx="1362075" cy="1345561"/>
              <a:chOff x="648102" y="2042986"/>
              <a:chExt cx="2109096" cy="2083526"/>
            </a:xfrm>
          </p:grpSpPr>
          <p:sp>
            <p:nvSpPr>
              <p:cNvPr id="197" name="Google Shape;1594;p34">
                <a:extLst>
                  <a:ext uri="{FF2B5EF4-FFF2-40B4-BE49-F238E27FC236}">
                    <a16:creationId xmlns:a16="http://schemas.microsoft.com/office/drawing/2014/main" id="{5261B70B-F05B-CAEE-002F-DDAE576630B9}"/>
                  </a:ext>
                </a:extLst>
              </p:cNvPr>
              <p:cNvSpPr txBox="1"/>
              <p:nvPr/>
            </p:nvSpPr>
            <p:spPr>
              <a:xfrm>
                <a:off x="648102" y="3606012"/>
                <a:ext cx="2109096" cy="52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defRPr/>
                </a:pPr>
                <a:r>
                  <a:rPr lang="pt-BR" sz="6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Prepara AV</a:t>
                </a:r>
              </a:p>
            </p:txBody>
          </p:sp>
          <p:grpSp>
            <p:nvGrpSpPr>
              <p:cNvPr id="198" name="Google Shape;1595;p34">
                <a:extLst>
                  <a:ext uri="{FF2B5EF4-FFF2-40B4-BE49-F238E27FC236}">
                    <a16:creationId xmlns:a16="http://schemas.microsoft.com/office/drawing/2014/main" id="{D0D6B291-2C56-83AF-9D20-B3AE4A48E130}"/>
                  </a:ext>
                </a:extLst>
              </p:cNvPr>
              <p:cNvGrpSpPr/>
              <p:nvPr/>
            </p:nvGrpSpPr>
            <p:grpSpPr>
              <a:xfrm>
                <a:off x="1306267" y="2586171"/>
                <a:ext cx="681652" cy="969321"/>
                <a:chOff x="2310388" y="2586171"/>
                <a:chExt cx="681652" cy="969321"/>
              </a:xfrm>
            </p:grpSpPr>
            <p:sp>
              <p:nvSpPr>
                <p:cNvPr id="200" name="Google Shape;1596;p34">
                  <a:extLst>
                    <a:ext uri="{FF2B5EF4-FFF2-40B4-BE49-F238E27FC236}">
                      <a16:creationId xmlns:a16="http://schemas.microsoft.com/office/drawing/2014/main" id="{40BA063C-4ED6-A8A7-3B8B-A61448D1D5A1}"/>
                    </a:ext>
                  </a:extLst>
                </p:cNvPr>
                <p:cNvSpPr/>
                <p:nvPr/>
              </p:nvSpPr>
              <p:spPr>
                <a:xfrm>
                  <a:off x="2399315" y="2586171"/>
                  <a:ext cx="592725" cy="59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4" h="12405" extrusionOk="0">
                      <a:moveTo>
                        <a:pt x="6202" y="124"/>
                      </a:moveTo>
                      <a:cubicBezTo>
                        <a:pt x="9551" y="124"/>
                        <a:pt x="12280" y="2853"/>
                        <a:pt x="12280" y="6202"/>
                      </a:cubicBezTo>
                      <a:cubicBezTo>
                        <a:pt x="12280" y="9487"/>
                        <a:pt x="9551" y="12216"/>
                        <a:pt x="6202" y="12216"/>
                      </a:cubicBezTo>
                      <a:cubicBezTo>
                        <a:pt x="2913" y="12216"/>
                        <a:pt x="184" y="9487"/>
                        <a:pt x="184" y="6202"/>
                      </a:cubicBezTo>
                      <a:cubicBezTo>
                        <a:pt x="184" y="2853"/>
                        <a:pt x="2913" y="124"/>
                        <a:pt x="6202" y="124"/>
                      </a:cubicBezTo>
                      <a:close/>
                      <a:moveTo>
                        <a:pt x="6202" y="0"/>
                      </a:moveTo>
                      <a:cubicBezTo>
                        <a:pt x="2789" y="0"/>
                        <a:pt x="0" y="2729"/>
                        <a:pt x="0" y="6202"/>
                      </a:cubicBezTo>
                      <a:cubicBezTo>
                        <a:pt x="0" y="9611"/>
                        <a:pt x="2789" y="12404"/>
                        <a:pt x="6202" y="12404"/>
                      </a:cubicBezTo>
                      <a:cubicBezTo>
                        <a:pt x="9611" y="12404"/>
                        <a:pt x="12404" y="9611"/>
                        <a:pt x="12404" y="6202"/>
                      </a:cubicBezTo>
                      <a:cubicBezTo>
                        <a:pt x="12404" y="2729"/>
                        <a:pt x="9611" y="0"/>
                        <a:pt x="6202" y="0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01" name="Google Shape;1597;p34">
                  <a:extLst>
                    <a:ext uri="{FF2B5EF4-FFF2-40B4-BE49-F238E27FC236}">
                      <a16:creationId xmlns:a16="http://schemas.microsoft.com/office/drawing/2014/main" id="{A87F3101-834F-647F-3478-6D245B6270B0}"/>
                    </a:ext>
                  </a:extLst>
                </p:cNvPr>
                <p:cNvSpPr/>
                <p:nvPr/>
              </p:nvSpPr>
              <p:spPr>
                <a:xfrm>
                  <a:off x="2514764" y="2698799"/>
                  <a:ext cx="361589" cy="36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" h="7627" extrusionOk="0">
                      <a:moveTo>
                        <a:pt x="3786" y="496"/>
                      </a:moveTo>
                      <a:cubicBezTo>
                        <a:pt x="5647" y="496"/>
                        <a:pt x="7135" y="1985"/>
                        <a:pt x="7135" y="3845"/>
                      </a:cubicBezTo>
                      <a:cubicBezTo>
                        <a:pt x="7135" y="5641"/>
                        <a:pt x="5647" y="7130"/>
                        <a:pt x="3786" y="7130"/>
                      </a:cubicBezTo>
                      <a:cubicBezTo>
                        <a:pt x="1985" y="7130"/>
                        <a:pt x="497" y="5641"/>
                        <a:pt x="497" y="3845"/>
                      </a:cubicBezTo>
                      <a:cubicBezTo>
                        <a:pt x="497" y="1985"/>
                        <a:pt x="1985" y="496"/>
                        <a:pt x="3786" y="496"/>
                      </a:cubicBezTo>
                      <a:close/>
                      <a:moveTo>
                        <a:pt x="3786" y="0"/>
                      </a:moveTo>
                      <a:cubicBezTo>
                        <a:pt x="1677" y="0"/>
                        <a:pt x="0" y="1737"/>
                        <a:pt x="0" y="3845"/>
                      </a:cubicBezTo>
                      <a:cubicBezTo>
                        <a:pt x="0" y="5889"/>
                        <a:pt x="1677" y="7626"/>
                        <a:pt x="3786" y="7626"/>
                      </a:cubicBezTo>
                      <a:cubicBezTo>
                        <a:pt x="5895" y="7626"/>
                        <a:pt x="7567" y="5889"/>
                        <a:pt x="7567" y="3845"/>
                      </a:cubicBezTo>
                      <a:cubicBezTo>
                        <a:pt x="7567" y="1737"/>
                        <a:pt x="5895" y="0"/>
                        <a:pt x="3786" y="0"/>
                      </a:cubicBezTo>
                      <a:close/>
                    </a:path>
                  </a:pathLst>
                </a:custGeom>
                <a:solidFill>
                  <a:srgbClr val="7CD6A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02" name="Google Shape;1598;p34">
                  <a:extLst>
                    <a:ext uri="{FF2B5EF4-FFF2-40B4-BE49-F238E27FC236}">
                      <a16:creationId xmlns:a16="http://schemas.microsoft.com/office/drawing/2014/main" id="{2BFF8432-B95F-90E5-771F-BA64F4F6E30A}"/>
                    </a:ext>
                  </a:extLst>
                </p:cNvPr>
                <p:cNvSpPr/>
                <p:nvPr/>
              </p:nvSpPr>
              <p:spPr>
                <a:xfrm>
                  <a:off x="2612674" y="2796473"/>
                  <a:ext cx="168872" cy="16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538" extrusionOk="0">
                      <a:moveTo>
                        <a:pt x="1737" y="0"/>
                      </a:moveTo>
                      <a:cubicBezTo>
                        <a:pt x="745" y="0"/>
                        <a:pt x="1" y="809"/>
                        <a:pt x="1" y="1801"/>
                      </a:cubicBezTo>
                      <a:cubicBezTo>
                        <a:pt x="1" y="2729"/>
                        <a:pt x="745" y="3538"/>
                        <a:pt x="1737" y="3538"/>
                      </a:cubicBezTo>
                      <a:cubicBezTo>
                        <a:pt x="2729" y="3538"/>
                        <a:pt x="3533" y="2729"/>
                        <a:pt x="3533" y="1801"/>
                      </a:cubicBezTo>
                      <a:cubicBezTo>
                        <a:pt x="3533" y="809"/>
                        <a:pt x="2729" y="0"/>
                        <a:pt x="1737" y="0"/>
                      </a:cubicBezTo>
                      <a:close/>
                    </a:path>
                  </a:pathLst>
                </a:custGeom>
                <a:solidFill>
                  <a:srgbClr val="7CD6A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03" name="Google Shape;1599;p34">
                  <a:extLst>
                    <a:ext uri="{FF2B5EF4-FFF2-40B4-BE49-F238E27FC236}">
                      <a16:creationId xmlns:a16="http://schemas.microsoft.com/office/drawing/2014/main" id="{BAD7DFE0-B384-558B-5AD5-96C6AEE3D06E}"/>
                    </a:ext>
                  </a:extLst>
                </p:cNvPr>
                <p:cNvSpPr/>
                <p:nvPr/>
              </p:nvSpPr>
              <p:spPr>
                <a:xfrm>
                  <a:off x="2692577" y="3172972"/>
                  <a:ext cx="9079" cy="30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" h="19658" extrusionOk="0">
                      <a:moveTo>
                        <a:pt x="1" y="0"/>
                      </a:moveTo>
                      <a:lnTo>
                        <a:pt x="1" y="19658"/>
                      </a:lnTo>
                      <a:lnTo>
                        <a:pt x="189" y="19658"/>
                      </a:lnTo>
                      <a:lnTo>
                        <a:pt x="189" y="0"/>
                      </a:ln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04" name="Google Shape;1600;p34">
                  <a:extLst>
                    <a:ext uri="{FF2B5EF4-FFF2-40B4-BE49-F238E27FC236}">
                      <a16:creationId xmlns:a16="http://schemas.microsoft.com/office/drawing/2014/main" id="{3A1893C3-C4FE-8AA5-1847-5B07F5B141F6}"/>
                    </a:ext>
                  </a:extLst>
                </p:cNvPr>
                <p:cNvSpPr/>
                <p:nvPr/>
              </p:nvSpPr>
              <p:spPr>
                <a:xfrm>
                  <a:off x="2310388" y="2885354"/>
                  <a:ext cx="385338" cy="3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4" h="8128" extrusionOk="0">
                      <a:moveTo>
                        <a:pt x="1" y="1"/>
                      </a:moveTo>
                      <a:cubicBezTo>
                        <a:pt x="1" y="4466"/>
                        <a:pt x="3598" y="8128"/>
                        <a:pt x="8063" y="8128"/>
                      </a:cubicBezTo>
                      <a:lnTo>
                        <a:pt x="8063" y="7939"/>
                      </a:lnTo>
                      <a:cubicBezTo>
                        <a:pt x="3722" y="7939"/>
                        <a:pt x="125" y="4407"/>
                        <a:pt x="125" y="1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05" name="Google Shape;1601;p34">
                  <a:extLst>
                    <a:ext uri="{FF2B5EF4-FFF2-40B4-BE49-F238E27FC236}">
                      <a16:creationId xmlns:a16="http://schemas.microsoft.com/office/drawing/2014/main" id="{B207AD5B-291D-259B-ACAF-9EEF28E220EA}"/>
                    </a:ext>
                  </a:extLst>
                </p:cNvPr>
                <p:cNvSpPr/>
                <p:nvPr/>
              </p:nvSpPr>
              <p:spPr>
                <a:xfrm>
                  <a:off x="2646714" y="3454692"/>
                  <a:ext cx="100800" cy="100800"/>
                </a:xfrm>
                <a:prstGeom prst="ellipse">
                  <a:avLst/>
                </a:prstGeom>
                <a:solidFill>
                  <a:srgbClr val="7CD6A5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199" name="Google Shape;1602;p34">
                <a:extLst>
                  <a:ext uri="{FF2B5EF4-FFF2-40B4-BE49-F238E27FC236}">
                    <a16:creationId xmlns:a16="http://schemas.microsoft.com/office/drawing/2014/main" id="{A020EA78-83E4-697C-85B9-9E6F151ECFED}"/>
                  </a:ext>
                </a:extLst>
              </p:cNvPr>
              <p:cNvSpPr txBox="1"/>
              <p:nvPr/>
            </p:nvSpPr>
            <p:spPr>
              <a:xfrm>
                <a:off x="648102" y="2042986"/>
                <a:ext cx="2044944" cy="5199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lnSpc>
                    <a:spcPct val="115000"/>
                  </a:lnSpc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cs typeface="Calibri"/>
                    <a:sym typeface="Fira Sans Extra Condensed"/>
                  </a:rPr>
                  <a:t>28 de Outubro</a:t>
                </a:r>
              </a:p>
            </p:txBody>
          </p:sp>
        </p:grpSp>
        <p:grpSp>
          <p:nvGrpSpPr>
            <p:cNvPr id="206" name="Google Shape;1618;p34">
              <a:extLst>
                <a:ext uri="{FF2B5EF4-FFF2-40B4-BE49-F238E27FC236}">
                  <a16:creationId xmlns:a16="http://schemas.microsoft.com/office/drawing/2014/main" id="{E33D4F8C-BA99-22F7-ECB8-BC25F25B3787}"/>
                </a:ext>
              </a:extLst>
            </p:cNvPr>
            <p:cNvGrpSpPr/>
            <p:nvPr/>
          </p:nvGrpSpPr>
          <p:grpSpPr>
            <a:xfrm>
              <a:off x="5825267" y="1929800"/>
              <a:ext cx="1156260" cy="1448816"/>
              <a:chOff x="2662741" y="1669803"/>
              <a:chExt cx="1762274" cy="2127404"/>
            </a:xfrm>
          </p:grpSpPr>
          <p:sp>
            <p:nvSpPr>
              <p:cNvPr id="207" name="Google Shape;1619;p34">
                <a:extLst>
                  <a:ext uri="{FF2B5EF4-FFF2-40B4-BE49-F238E27FC236}">
                    <a16:creationId xmlns:a16="http://schemas.microsoft.com/office/drawing/2014/main" id="{111B75D7-BA27-F228-F7BB-BEC7035C5D39}"/>
                  </a:ext>
                </a:extLst>
              </p:cNvPr>
              <p:cNvSpPr txBox="1"/>
              <p:nvPr/>
            </p:nvSpPr>
            <p:spPr>
              <a:xfrm>
                <a:off x="2715628" y="3443251"/>
                <a:ext cx="1614538" cy="353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lnSpc>
                    <a:spcPct val="115000"/>
                  </a:lnSpc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cs typeface="Calibri"/>
                    <a:sym typeface="Fira Sans Extra Condensed"/>
                  </a:rPr>
                  <a:t>06 a 11  de Novembro</a:t>
                </a:r>
              </a:p>
            </p:txBody>
          </p:sp>
          <p:grpSp>
            <p:nvGrpSpPr>
              <p:cNvPr id="208" name="Google Shape;1620;p34">
                <a:extLst>
                  <a:ext uri="{FF2B5EF4-FFF2-40B4-BE49-F238E27FC236}">
                    <a16:creationId xmlns:a16="http://schemas.microsoft.com/office/drawing/2014/main" id="{41F79C64-9467-CD4E-E66E-0759E30ECCCB}"/>
                  </a:ext>
                </a:extLst>
              </p:cNvPr>
              <p:cNvGrpSpPr/>
              <p:nvPr/>
            </p:nvGrpSpPr>
            <p:grpSpPr>
              <a:xfrm>
                <a:off x="3204006" y="2194620"/>
                <a:ext cx="684519" cy="987143"/>
                <a:chOff x="3545057" y="2194620"/>
                <a:chExt cx="684519" cy="987143"/>
              </a:xfrm>
            </p:grpSpPr>
            <p:sp>
              <p:nvSpPr>
                <p:cNvPr id="210" name="Google Shape;1621;p34">
                  <a:extLst>
                    <a:ext uri="{FF2B5EF4-FFF2-40B4-BE49-F238E27FC236}">
                      <a16:creationId xmlns:a16="http://schemas.microsoft.com/office/drawing/2014/main" id="{A98EB3AE-E463-FB96-8DFC-42D887EE6A5B}"/>
                    </a:ext>
                  </a:extLst>
                </p:cNvPr>
                <p:cNvSpPr/>
                <p:nvPr/>
              </p:nvSpPr>
              <p:spPr>
                <a:xfrm>
                  <a:off x="3545057" y="2588990"/>
                  <a:ext cx="592773" cy="59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5" h="12405" extrusionOk="0">
                      <a:moveTo>
                        <a:pt x="6202" y="190"/>
                      </a:moveTo>
                      <a:cubicBezTo>
                        <a:pt x="9551" y="190"/>
                        <a:pt x="12280" y="2854"/>
                        <a:pt x="12280" y="6203"/>
                      </a:cubicBezTo>
                      <a:cubicBezTo>
                        <a:pt x="12280" y="9552"/>
                        <a:pt x="9551" y="12281"/>
                        <a:pt x="6202" y="12281"/>
                      </a:cubicBezTo>
                      <a:cubicBezTo>
                        <a:pt x="2853" y="12281"/>
                        <a:pt x="184" y="9552"/>
                        <a:pt x="184" y="6203"/>
                      </a:cubicBezTo>
                      <a:cubicBezTo>
                        <a:pt x="184" y="2854"/>
                        <a:pt x="2853" y="190"/>
                        <a:pt x="6202" y="190"/>
                      </a:cubicBezTo>
                      <a:close/>
                      <a:moveTo>
                        <a:pt x="6202" y="1"/>
                      </a:moveTo>
                      <a:cubicBezTo>
                        <a:pt x="2789" y="1"/>
                        <a:pt x="0" y="2794"/>
                        <a:pt x="0" y="6203"/>
                      </a:cubicBezTo>
                      <a:cubicBezTo>
                        <a:pt x="0" y="9616"/>
                        <a:pt x="2789" y="12405"/>
                        <a:pt x="6202" y="12405"/>
                      </a:cubicBezTo>
                      <a:cubicBezTo>
                        <a:pt x="9611" y="12405"/>
                        <a:pt x="12404" y="9616"/>
                        <a:pt x="12404" y="6203"/>
                      </a:cubicBezTo>
                      <a:cubicBezTo>
                        <a:pt x="12404" y="2794"/>
                        <a:pt x="9611" y="1"/>
                        <a:pt x="6202" y="1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11" name="Google Shape;1622;p34">
                  <a:extLst>
                    <a:ext uri="{FF2B5EF4-FFF2-40B4-BE49-F238E27FC236}">
                      <a16:creationId xmlns:a16="http://schemas.microsoft.com/office/drawing/2014/main" id="{1E38AC0D-4624-9971-1987-0DCB2E266424}"/>
                    </a:ext>
                  </a:extLst>
                </p:cNvPr>
                <p:cNvSpPr/>
                <p:nvPr/>
              </p:nvSpPr>
              <p:spPr>
                <a:xfrm>
                  <a:off x="3660505" y="2704725"/>
                  <a:ext cx="361589" cy="361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" h="7567" extrusionOk="0">
                      <a:moveTo>
                        <a:pt x="3786" y="496"/>
                      </a:moveTo>
                      <a:cubicBezTo>
                        <a:pt x="5647" y="496"/>
                        <a:pt x="7135" y="1985"/>
                        <a:pt x="7135" y="3781"/>
                      </a:cubicBezTo>
                      <a:cubicBezTo>
                        <a:pt x="7135" y="5641"/>
                        <a:pt x="5647" y="7130"/>
                        <a:pt x="3786" y="7130"/>
                      </a:cubicBezTo>
                      <a:cubicBezTo>
                        <a:pt x="1985" y="7130"/>
                        <a:pt x="497" y="5641"/>
                        <a:pt x="497" y="3781"/>
                      </a:cubicBezTo>
                      <a:cubicBezTo>
                        <a:pt x="497" y="1985"/>
                        <a:pt x="1985" y="496"/>
                        <a:pt x="3786" y="496"/>
                      </a:cubicBezTo>
                      <a:close/>
                      <a:moveTo>
                        <a:pt x="3786" y="0"/>
                      </a:moveTo>
                      <a:cubicBezTo>
                        <a:pt x="1678" y="0"/>
                        <a:pt x="1" y="1672"/>
                        <a:pt x="1" y="3781"/>
                      </a:cubicBezTo>
                      <a:cubicBezTo>
                        <a:pt x="1" y="5890"/>
                        <a:pt x="1678" y="7567"/>
                        <a:pt x="3786" y="7567"/>
                      </a:cubicBezTo>
                      <a:cubicBezTo>
                        <a:pt x="5895" y="7567"/>
                        <a:pt x="7567" y="5890"/>
                        <a:pt x="7567" y="3781"/>
                      </a:cubicBezTo>
                      <a:cubicBezTo>
                        <a:pt x="7567" y="1672"/>
                        <a:pt x="5895" y="0"/>
                        <a:pt x="3786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12" name="Google Shape;1623;p34">
                  <a:extLst>
                    <a:ext uri="{FF2B5EF4-FFF2-40B4-BE49-F238E27FC236}">
                      <a16:creationId xmlns:a16="http://schemas.microsoft.com/office/drawing/2014/main" id="{ED67FF75-EA4E-C393-D726-78E872838801}"/>
                    </a:ext>
                  </a:extLst>
                </p:cNvPr>
                <p:cNvSpPr/>
                <p:nvPr/>
              </p:nvSpPr>
              <p:spPr>
                <a:xfrm>
                  <a:off x="3755358" y="2799531"/>
                  <a:ext cx="171930" cy="171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8" h="3598" extrusionOk="0">
                      <a:moveTo>
                        <a:pt x="1801" y="1"/>
                      </a:moveTo>
                      <a:cubicBezTo>
                        <a:pt x="809" y="1"/>
                        <a:pt x="0" y="805"/>
                        <a:pt x="0" y="1797"/>
                      </a:cubicBezTo>
                      <a:cubicBezTo>
                        <a:pt x="0" y="2789"/>
                        <a:pt x="809" y="3598"/>
                        <a:pt x="1801" y="3598"/>
                      </a:cubicBezTo>
                      <a:cubicBezTo>
                        <a:pt x="2794" y="3598"/>
                        <a:pt x="3597" y="2789"/>
                        <a:pt x="3597" y="1797"/>
                      </a:cubicBezTo>
                      <a:cubicBezTo>
                        <a:pt x="3597" y="805"/>
                        <a:pt x="2794" y="1"/>
                        <a:pt x="1801" y="1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13" name="Google Shape;1624;p34">
                  <a:extLst>
                    <a:ext uri="{FF2B5EF4-FFF2-40B4-BE49-F238E27FC236}">
                      <a16:creationId xmlns:a16="http://schemas.microsoft.com/office/drawing/2014/main" id="{904FF812-635C-02AA-7F1D-962165A5B268}"/>
                    </a:ext>
                  </a:extLst>
                </p:cNvPr>
                <p:cNvSpPr/>
                <p:nvPr/>
              </p:nvSpPr>
              <p:spPr>
                <a:xfrm>
                  <a:off x="3834923" y="2295416"/>
                  <a:ext cx="5973" cy="303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" h="19664" extrusionOk="0">
                      <a:moveTo>
                        <a:pt x="1" y="1"/>
                      </a:moveTo>
                      <a:lnTo>
                        <a:pt x="1" y="19663"/>
                      </a:lnTo>
                      <a:lnTo>
                        <a:pt x="125" y="19663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14" name="Google Shape;1625;p34">
                  <a:extLst>
                    <a:ext uri="{FF2B5EF4-FFF2-40B4-BE49-F238E27FC236}">
                      <a16:creationId xmlns:a16="http://schemas.microsoft.com/office/drawing/2014/main" id="{B972EC5A-42D2-A753-B1B0-482A54FED2B6}"/>
                    </a:ext>
                  </a:extLst>
                </p:cNvPr>
                <p:cNvSpPr/>
                <p:nvPr/>
              </p:nvSpPr>
              <p:spPr>
                <a:xfrm>
                  <a:off x="3841418" y="2500110"/>
                  <a:ext cx="388158" cy="385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3" h="8063" extrusionOk="0">
                      <a:moveTo>
                        <a:pt x="0" y="0"/>
                      </a:moveTo>
                      <a:lnTo>
                        <a:pt x="0" y="124"/>
                      </a:lnTo>
                      <a:cubicBezTo>
                        <a:pt x="4401" y="124"/>
                        <a:pt x="7939" y="3722"/>
                        <a:pt x="7939" y="8063"/>
                      </a:cubicBezTo>
                      <a:lnTo>
                        <a:pt x="8122" y="8063"/>
                      </a:lnTo>
                      <a:cubicBezTo>
                        <a:pt x="8122" y="3598"/>
                        <a:pt x="4466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15" name="Google Shape;1626;p34">
                  <a:extLst>
                    <a:ext uri="{FF2B5EF4-FFF2-40B4-BE49-F238E27FC236}">
                      <a16:creationId xmlns:a16="http://schemas.microsoft.com/office/drawing/2014/main" id="{43B0D2C6-9A76-F6C9-0A48-4E33B5313DEF}"/>
                    </a:ext>
                  </a:extLst>
                </p:cNvPr>
                <p:cNvSpPr/>
                <p:nvPr/>
              </p:nvSpPr>
              <p:spPr>
                <a:xfrm>
                  <a:off x="3787649" y="2194620"/>
                  <a:ext cx="100801" cy="100800"/>
                </a:xfrm>
                <a:prstGeom prst="ellipse">
                  <a:avLst/>
                </a:pr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209" name="Google Shape;1627;p34">
                <a:extLst>
                  <a:ext uri="{FF2B5EF4-FFF2-40B4-BE49-F238E27FC236}">
                    <a16:creationId xmlns:a16="http://schemas.microsoft.com/office/drawing/2014/main" id="{4AB9D251-F4C6-3DDA-C3EF-397548F665BC}"/>
                  </a:ext>
                </a:extLst>
              </p:cNvPr>
              <p:cNvSpPr txBox="1"/>
              <p:nvPr/>
            </p:nvSpPr>
            <p:spPr>
              <a:xfrm>
                <a:off x="2662741" y="1669803"/>
                <a:ext cx="1762274" cy="423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defRPr/>
                </a:pPr>
                <a:r>
                  <a:rPr lang="pt-BR" sz="6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AV</a:t>
                </a:r>
              </a:p>
            </p:txBody>
          </p:sp>
        </p:grpSp>
        <p:grpSp>
          <p:nvGrpSpPr>
            <p:cNvPr id="216" name="Google Shape;1593;p34">
              <a:extLst>
                <a:ext uri="{FF2B5EF4-FFF2-40B4-BE49-F238E27FC236}">
                  <a16:creationId xmlns:a16="http://schemas.microsoft.com/office/drawing/2014/main" id="{46BCA767-04A5-9671-BD62-54880B3B971A}"/>
                </a:ext>
              </a:extLst>
            </p:cNvPr>
            <p:cNvGrpSpPr/>
            <p:nvPr/>
          </p:nvGrpSpPr>
          <p:grpSpPr>
            <a:xfrm>
              <a:off x="6875668" y="2136061"/>
              <a:ext cx="1362075" cy="1409005"/>
              <a:chOff x="648102" y="1944746"/>
              <a:chExt cx="2109096" cy="2181766"/>
            </a:xfrm>
          </p:grpSpPr>
          <p:sp>
            <p:nvSpPr>
              <p:cNvPr id="217" name="Google Shape;1594;p34">
                <a:extLst>
                  <a:ext uri="{FF2B5EF4-FFF2-40B4-BE49-F238E27FC236}">
                    <a16:creationId xmlns:a16="http://schemas.microsoft.com/office/drawing/2014/main" id="{20C89C0A-39F3-FCF6-BDDD-7CB2C1746494}"/>
                  </a:ext>
                </a:extLst>
              </p:cNvPr>
              <p:cNvSpPr txBox="1"/>
              <p:nvPr/>
            </p:nvSpPr>
            <p:spPr>
              <a:xfrm>
                <a:off x="648102" y="3606012"/>
                <a:ext cx="2109096" cy="52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defRPr/>
                </a:pPr>
                <a:r>
                  <a:rPr lang="pt-BR" sz="6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Nova Chance</a:t>
                </a:r>
              </a:p>
            </p:txBody>
          </p:sp>
          <p:grpSp>
            <p:nvGrpSpPr>
              <p:cNvPr id="218" name="Google Shape;1595;p34">
                <a:extLst>
                  <a:ext uri="{FF2B5EF4-FFF2-40B4-BE49-F238E27FC236}">
                    <a16:creationId xmlns:a16="http://schemas.microsoft.com/office/drawing/2014/main" id="{C070614A-50C1-36FC-271E-D72E51B2FFC7}"/>
                  </a:ext>
                </a:extLst>
              </p:cNvPr>
              <p:cNvGrpSpPr/>
              <p:nvPr/>
            </p:nvGrpSpPr>
            <p:grpSpPr>
              <a:xfrm>
                <a:off x="1306267" y="2586171"/>
                <a:ext cx="681652" cy="969321"/>
                <a:chOff x="2310388" y="2586171"/>
                <a:chExt cx="681652" cy="969321"/>
              </a:xfrm>
            </p:grpSpPr>
            <p:sp>
              <p:nvSpPr>
                <p:cNvPr id="220" name="Google Shape;1596;p34">
                  <a:extLst>
                    <a:ext uri="{FF2B5EF4-FFF2-40B4-BE49-F238E27FC236}">
                      <a16:creationId xmlns:a16="http://schemas.microsoft.com/office/drawing/2014/main" id="{07407F53-A199-B3E0-089B-720760F069DB}"/>
                    </a:ext>
                  </a:extLst>
                </p:cNvPr>
                <p:cNvSpPr/>
                <p:nvPr/>
              </p:nvSpPr>
              <p:spPr>
                <a:xfrm>
                  <a:off x="2399315" y="2586171"/>
                  <a:ext cx="592725" cy="59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4" h="12405" extrusionOk="0">
                      <a:moveTo>
                        <a:pt x="6202" y="124"/>
                      </a:moveTo>
                      <a:cubicBezTo>
                        <a:pt x="9551" y="124"/>
                        <a:pt x="12280" y="2853"/>
                        <a:pt x="12280" y="6202"/>
                      </a:cubicBezTo>
                      <a:cubicBezTo>
                        <a:pt x="12280" y="9487"/>
                        <a:pt x="9551" y="12216"/>
                        <a:pt x="6202" y="12216"/>
                      </a:cubicBezTo>
                      <a:cubicBezTo>
                        <a:pt x="2913" y="12216"/>
                        <a:pt x="184" y="9487"/>
                        <a:pt x="184" y="6202"/>
                      </a:cubicBezTo>
                      <a:cubicBezTo>
                        <a:pt x="184" y="2853"/>
                        <a:pt x="2913" y="124"/>
                        <a:pt x="6202" y="124"/>
                      </a:cubicBezTo>
                      <a:close/>
                      <a:moveTo>
                        <a:pt x="6202" y="0"/>
                      </a:moveTo>
                      <a:cubicBezTo>
                        <a:pt x="2789" y="0"/>
                        <a:pt x="0" y="2729"/>
                        <a:pt x="0" y="6202"/>
                      </a:cubicBezTo>
                      <a:cubicBezTo>
                        <a:pt x="0" y="9611"/>
                        <a:pt x="2789" y="12404"/>
                        <a:pt x="6202" y="12404"/>
                      </a:cubicBezTo>
                      <a:cubicBezTo>
                        <a:pt x="9611" y="12404"/>
                        <a:pt x="12404" y="9611"/>
                        <a:pt x="12404" y="6202"/>
                      </a:cubicBezTo>
                      <a:cubicBezTo>
                        <a:pt x="12404" y="2729"/>
                        <a:pt x="9611" y="0"/>
                        <a:pt x="6202" y="0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21" name="Google Shape;1597;p34">
                  <a:extLst>
                    <a:ext uri="{FF2B5EF4-FFF2-40B4-BE49-F238E27FC236}">
                      <a16:creationId xmlns:a16="http://schemas.microsoft.com/office/drawing/2014/main" id="{680C2369-AC7E-C4D3-B53F-5E14540910B5}"/>
                    </a:ext>
                  </a:extLst>
                </p:cNvPr>
                <p:cNvSpPr/>
                <p:nvPr/>
              </p:nvSpPr>
              <p:spPr>
                <a:xfrm>
                  <a:off x="2514764" y="2698799"/>
                  <a:ext cx="361589" cy="36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" h="7627" extrusionOk="0">
                      <a:moveTo>
                        <a:pt x="3786" y="496"/>
                      </a:moveTo>
                      <a:cubicBezTo>
                        <a:pt x="5647" y="496"/>
                        <a:pt x="7135" y="1985"/>
                        <a:pt x="7135" y="3845"/>
                      </a:cubicBezTo>
                      <a:cubicBezTo>
                        <a:pt x="7135" y="5641"/>
                        <a:pt x="5647" y="7130"/>
                        <a:pt x="3786" y="7130"/>
                      </a:cubicBezTo>
                      <a:cubicBezTo>
                        <a:pt x="1985" y="7130"/>
                        <a:pt x="497" y="5641"/>
                        <a:pt x="497" y="3845"/>
                      </a:cubicBezTo>
                      <a:cubicBezTo>
                        <a:pt x="497" y="1985"/>
                        <a:pt x="1985" y="496"/>
                        <a:pt x="3786" y="496"/>
                      </a:cubicBezTo>
                      <a:close/>
                      <a:moveTo>
                        <a:pt x="3786" y="0"/>
                      </a:moveTo>
                      <a:cubicBezTo>
                        <a:pt x="1677" y="0"/>
                        <a:pt x="0" y="1737"/>
                        <a:pt x="0" y="3845"/>
                      </a:cubicBezTo>
                      <a:cubicBezTo>
                        <a:pt x="0" y="5889"/>
                        <a:pt x="1677" y="7626"/>
                        <a:pt x="3786" y="7626"/>
                      </a:cubicBezTo>
                      <a:cubicBezTo>
                        <a:pt x="5895" y="7626"/>
                        <a:pt x="7567" y="5889"/>
                        <a:pt x="7567" y="3845"/>
                      </a:cubicBezTo>
                      <a:cubicBezTo>
                        <a:pt x="7567" y="1737"/>
                        <a:pt x="5895" y="0"/>
                        <a:pt x="3786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22" name="Google Shape;1598;p34">
                  <a:extLst>
                    <a:ext uri="{FF2B5EF4-FFF2-40B4-BE49-F238E27FC236}">
                      <a16:creationId xmlns:a16="http://schemas.microsoft.com/office/drawing/2014/main" id="{9B1F6AF1-066C-10D7-BC81-EA3B6F62E17F}"/>
                    </a:ext>
                  </a:extLst>
                </p:cNvPr>
                <p:cNvSpPr/>
                <p:nvPr/>
              </p:nvSpPr>
              <p:spPr>
                <a:xfrm>
                  <a:off x="2612674" y="2796473"/>
                  <a:ext cx="168872" cy="16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538" extrusionOk="0">
                      <a:moveTo>
                        <a:pt x="1737" y="0"/>
                      </a:moveTo>
                      <a:cubicBezTo>
                        <a:pt x="745" y="0"/>
                        <a:pt x="1" y="809"/>
                        <a:pt x="1" y="1801"/>
                      </a:cubicBezTo>
                      <a:cubicBezTo>
                        <a:pt x="1" y="2729"/>
                        <a:pt x="745" y="3538"/>
                        <a:pt x="1737" y="3538"/>
                      </a:cubicBezTo>
                      <a:cubicBezTo>
                        <a:pt x="2729" y="3538"/>
                        <a:pt x="3533" y="2729"/>
                        <a:pt x="3533" y="1801"/>
                      </a:cubicBezTo>
                      <a:cubicBezTo>
                        <a:pt x="3533" y="809"/>
                        <a:pt x="2729" y="0"/>
                        <a:pt x="1737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23" name="Google Shape;1599;p34">
                  <a:extLst>
                    <a:ext uri="{FF2B5EF4-FFF2-40B4-BE49-F238E27FC236}">
                      <a16:creationId xmlns:a16="http://schemas.microsoft.com/office/drawing/2014/main" id="{FCA09BC7-6CC1-429C-C268-6EBA2E68876E}"/>
                    </a:ext>
                  </a:extLst>
                </p:cNvPr>
                <p:cNvSpPr/>
                <p:nvPr/>
              </p:nvSpPr>
              <p:spPr>
                <a:xfrm>
                  <a:off x="2692577" y="3172972"/>
                  <a:ext cx="9079" cy="30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" h="19658" extrusionOk="0">
                      <a:moveTo>
                        <a:pt x="1" y="0"/>
                      </a:moveTo>
                      <a:lnTo>
                        <a:pt x="1" y="19658"/>
                      </a:lnTo>
                      <a:lnTo>
                        <a:pt x="189" y="19658"/>
                      </a:lnTo>
                      <a:lnTo>
                        <a:pt x="189" y="0"/>
                      </a:ln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24" name="Google Shape;1600;p34">
                  <a:extLst>
                    <a:ext uri="{FF2B5EF4-FFF2-40B4-BE49-F238E27FC236}">
                      <a16:creationId xmlns:a16="http://schemas.microsoft.com/office/drawing/2014/main" id="{A3B65129-4866-F333-F79D-E05CA8AB8F99}"/>
                    </a:ext>
                  </a:extLst>
                </p:cNvPr>
                <p:cNvSpPr/>
                <p:nvPr/>
              </p:nvSpPr>
              <p:spPr>
                <a:xfrm>
                  <a:off x="2310388" y="2885354"/>
                  <a:ext cx="385338" cy="3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4" h="8128" extrusionOk="0">
                      <a:moveTo>
                        <a:pt x="1" y="1"/>
                      </a:moveTo>
                      <a:cubicBezTo>
                        <a:pt x="1" y="4466"/>
                        <a:pt x="3598" y="8128"/>
                        <a:pt x="8063" y="8128"/>
                      </a:cubicBezTo>
                      <a:lnTo>
                        <a:pt x="8063" y="7939"/>
                      </a:lnTo>
                      <a:cubicBezTo>
                        <a:pt x="3722" y="7939"/>
                        <a:pt x="125" y="4407"/>
                        <a:pt x="125" y="1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25" name="Google Shape;1601;p34">
                  <a:extLst>
                    <a:ext uri="{FF2B5EF4-FFF2-40B4-BE49-F238E27FC236}">
                      <a16:creationId xmlns:a16="http://schemas.microsoft.com/office/drawing/2014/main" id="{FBED2513-F3DC-A49A-A1E6-53753EADB497}"/>
                    </a:ext>
                  </a:extLst>
                </p:cNvPr>
                <p:cNvSpPr/>
                <p:nvPr/>
              </p:nvSpPr>
              <p:spPr>
                <a:xfrm>
                  <a:off x="2646714" y="3454692"/>
                  <a:ext cx="100800" cy="100800"/>
                </a:xfrm>
                <a:prstGeom prst="ellipse">
                  <a:avLst/>
                </a:pr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219" name="Google Shape;1602;p34">
                <a:extLst>
                  <a:ext uri="{FF2B5EF4-FFF2-40B4-BE49-F238E27FC236}">
                    <a16:creationId xmlns:a16="http://schemas.microsoft.com/office/drawing/2014/main" id="{E4947598-7065-CA64-194E-16973C4E7AD2}"/>
                  </a:ext>
                </a:extLst>
              </p:cNvPr>
              <p:cNvSpPr txBox="1"/>
              <p:nvPr/>
            </p:nvSpPr>
            <p:spPr>
              <a:xfrm>
                <a:off x="730419" y="1944746"/>
                <a:ext cx="1944461" cy="627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lnSpc>
                    <a:spcPct val="115000"/>
                  </a:lnSpc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cs typeface="Calibri"/>
                    <a:sym typeface="Fira Sans Extra Condensed"/>
                  </a:rPr>
                  <a:t>16 a 22 de Novembro</a:t>
                </a:r>
              </a:p>
            </p:txBody>
          </p:sp>
        </p:grpSp>
        <p:grpSp>
          <p:nvGrpSpPr>
            <p:cNvPr id="226" name="Google Shape;1618;p34">
              <a:extLst>
                <a:ext uri="{FF2B5EF4-FFF2-40B4-BE49-F238E27FC236}">
                  <a16:creationId xmlns:a16="http://schemas.microsoft.com/office/drawing/2014/main" id="{3FD8AB80-070B-2861-70D7-196B23795C31}"/>
                </a:ext>
              </a:extLst>
            </p:cNvPr>
            <p:cNvGrpSpPr/>
            <p:nvPr/>
          </p:nvGrpSpPr>
          <p:grpSpPr>
            <a:xfrm>
              <a:off x="8100638" y="1929801"/>
              <a:ext cx="1255752" cy="1498480"/>
              <a:chOff x="2637906" y="1652912"/>
              <a:chExt cx="1913912" cy="2200329"/>
            </a:xfrm>
          </p:grpSpPr>
          <p:sp>
            <p:nvSpPr>
              <p:cNvPr id="227" name="Google Shape;1619;p34">
                <a:extLst>
                  <a:ext uri="{FF2B5EF4-FFF2-40B4-BE49-F238E27FC236}">
                    <a16:creationId xmlns:a16="http://schemas.microsoft.com/office/drawing/2014/main" id="{EF5AE499-40B7-474B-3FD7-6743F968BF70}"/>
                  </a:ext>
                </a:extLst>
              </p:cNvPr>
              <p:cNvSpPr txBox="1"/>
              <p:nvPr/>
            </p:nvSpPr>
            <p:spPr>
              <a:xfrm>
                <a:off x="2677945" y="3336021"/>
                <a:ext cx="1715902" cy="5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lnSpc>
                    <a:spcPct val="115000"/>
                  </a:lnSpc>
                  <a:buClr>
                    <a:srgbClr val="A7A7A7"/>
                  </a:buClr>
                  <a:buSzPts val="1100"/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27 de Novembro a</a:t>
                </a:r>
              </a:p>
              <a:p>
                <a:pPr algn="ctr" defTabSz="336947">
                  <a:lnSpc>
                    <a:spcPct val="115000"/>
                  </a:lnSpc>
                  <a:buClr>
                    <a:srgbClr val="A7A7A7"/>
                  </a:buClr>
                  <a:buSzPts val="1100"/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02 de Dezembro</a:t>
                </a:r>
                <a:endParaRPr lang="pt-BR" sz="825" dirty="0">
                  <a:solidFill>
                    <a:schemeClr val="tx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grpSp>
            <p:nvGrpSpPr>
              <p:cNvPr id="228" name="Google Shape;1620;p34">
                <a:extLst>
                  <a:ext uri="{FF2B5EF4-FFF2-40B4-BE49-F238E27FC236}">
                    <a16:creationId xmlns:a16="http://schemas.microsoft.com/office/drawing/2014/main" id="{469AB21D-37F3-EFCF-5F99-8A717E8DAD1E}"/>
                  </a:ext>
                </a:extLst>
              </p:cNvPr>
              <p:cNvGrpSpPr/>
              <p:nvPr/>
            </p:nvGrpSpPr>
            <p:grpSpPr>
              <a:xfrm>
                <a:off x="3204006" y="2194620"/>
                <a:ext cx="684519" cy="987143"/>
                <a:chOff x="3545057" y="2194620"/>
                <a:chExt cx="684519" cy="987143"/>
              </a:xfrm>
            </p:grpSpPr>
            <p:sp>
              <p:nvSpPr>
                <p:cNvPr id="230" name="Google Shape;1621;p34">
                  <a:extLst>
                    <a:ext uri="{FF2B5EF4-FFF2-40B4-BE49-F238E27FC236}">
                      <a16:creationId xmlns:a16="http://schemas.microsoft.com/office/drawing/2014/main" id="{8E546ABD-DC35-7BC6-7278-E56D21C8B518}"/>
                    </a:ext>
                  </a:extLst>
                </p:cNvPr>
                <p:cNvSpPr/>
                <p:nvPr/>
              </p:nvSpPr>
              <p:spPr>
                <a:xfrm>
                  <a:off x="3545057" y="2588990"/>
                  <a:ext cx="592773" cy="59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5" h="12405" extrusionOk="0">
                      <a:moveTo>
                        <a:pt x="6202" y="190"/>
                      </a:moveTo>
                      <a:cubicBezTo>
                        <a:pt x="9551" y="190"/>
                        <a:pt x="12280" y="2854"/>
                        <a:pt x="12280" y="6203"/>
                      </a:cubicBezTo>
                      <a:cubicBezTo>
                        <a:pt x="12280" y="9552"/>
                        <a:pt x="9551" y="12281"/>
                        <a:pt x="6202" y="12281"/>
                      </a:cubicBezTo>
                      <a:cubicBezTo>
                        <a:pt x="2853" y="12281"/>
                        <a:pt x="184" y="9552"/>
                        <a:pt x="184" y="6203"/>
                      </a:cubicBezTo>
                      <a:cubicBezTo>
                        <a:pt x="184" y="2854"/>
                        <a:pt x="2853" y="190"/>
                        <a:pt x="6202" y="190"/>
                      </a:cubicBezTo>
                      <a:close/>
                      <a:moveTo>
                        <a:pt x="6202" y="1"/>
                      </a:moveTo>
                      <a:cubicBezTo>
                        <a:pt x="2789" y="1"/>
                        <a:pt x="0" y="2794"/>
                        <a:pt x="0" y="6203"/>
                      </a:cubicBezTo>
                      <a:cubicBezTo>
                        <a:pt x="0" y="9616"/>
                        <a:pt x="2789" y="12405"/>
                        <a:pt x="6202" y="12405"/>
                      </a:cubicBezTo>
                      <a:cubicBezTo>
                        <a:pt x="9611" y="12405"/>
                        <a:pt x="12404" y="9616"/>
                        <a:pt x="12404" y="6203"/>
                      </a:cubicBezTo>
                      <a:cubicBezTo>
                        <a:pt x="12404" y="2794"/>
                        <a:pt x="9611" y="1"/>
                        <a:pt x="6202" y="1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31" name="Google Shape;1622;p34">
                  <a:extLst>
                    <a:ext uri="{FF2B5EF4-FFF2-40B4-BE49-F238E27FC236}">
                      <a16:creationId xmlns:a16="http://schemas.microsoft.com/office/drawing/2014/main" id="{E69BB3B0-730E-C229-4BC0-90D639A8A70E}"/>
                    </a:ext>
                  </a:extLst>
                </p:cNvPr>
                <p:cNvSpPr/>
                <p:nvPr/>
              </p:nvSpPr>
              <p:spPr>
                <a:xfrm>
                  <a:off x="3660505" y="2704725"/>
                  <a:ext cx="361589" cy="361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" h="7567" extrusionOk="0">
                      <a:moveTo>
                        <a:pt x="3786" y="496"/>
                      </a:moveTo>
                      <a:cubicBezTo>
                        <a:pt x="5647" y="496"/>
                        <a:pt x="7135" y="1985"/>
                        <a:pt x="7135" y="3781"/>
                      </a:cubicBezTo>
                      <a:cubicBezTo>
                        <a:pt x="7135" y="5641"/>
                        <a:pt x="5647" y="7130"/>
                        <a:pt x="3786" y="7130"/>
                      </a:cubicBezTo>
                      <a:cubicBezTo>
                        <a:pt x="1985" y="7130"/>
                        <a:pt x="497" y="5641"/>
                        <a:pt x="497" y="3781"/>
                      </a:cubicBezTo>
                      <a:cubicBezTo>
                        <a:pt x="497" y="1985"/>
                        <a:pt x="1985" y="496"/>
                        <a:pt x="3786" y="496"/>
                      </a:cubicBezTo>
                      <a:close/>
                      <a:moveTo>
                        <a:pt x="3786" y="0"/>
                      </a:moveTo>
                      <a:cubicBezTo>
                        <a:pt x="1678" y="0"/>
                        <a:pt x="1" y="1672"/>
                        <a:pt x="1" y="3781"/>
                      </a:cubicBezTo>
                      <a:cubicBezTo>
                        <a:pt x="1" y="5890"/>
                        <a:pt x="1678" y="7567"/>
                        <a:pt x="3786" y="7567"/>
                      </a:cubicBezTo>
                      <a:cubicBezTo>
                        <a:pt x="5895" y="7567"/>
                        <a:pt x="7567" y="5890"/>
                        <a:pt x="7567" y="3781"/>
                      </a:cubicBezTo>
                      <a:cubicBezTo>
                        <a:pt x="7567" y="1672"/>
                        <a:pt x="5895" y="0"/>
                        <a:pt x="3786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32" name="Google Shape;1623;p34">
                  <a:extLst>
                    <a:ext uri="{FF2B5EF4-FFF2-40B4-BE49-F238E27FC236}">
                      <a16:creationId xmlns:a16="http://schemas.microsoft.com/office/drawing/2014/main" id="{0999DAB4-D3C5-D5E7-B8A2-C11C3001F615}"/>
                    </a:ext>
                  </a:extLst>
                </p:cNvPr>
                <p:cNvSpPr/>
                <p:nvPr/>
              </p:nvSpPr>
              <p:spPr>
                <a:xfrm>
                  <a:off x="3755358" y="2799531"/>
                  <a:ext cx="171930" cy="171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8" h="3598" extrusionOk="0">
                      <a:moveTo>
                        <a:pt x="1801" y="1"/>
                      </a:moveTo>
                      <a:cubicBezTo>
                        <a:pt x="809" y="1"/>
                        <a:pt x="0" y="805"/>
                        <a:pt x="0" y="1797"/>
                      </a:cubicBezTo>
                      <a:cubicBezTo>
                        <a:pt x="0" y="2789"/>
                        <a:pt x="809" y="3598"/>
                        <a:pt x="1801" y="3598"/>
                      </a:cubicBezTo>
                      <a:cubicBezTo>
                        <a:pt x="2794" y="3598"/>
                        <a:pt x="3597" y="2789"/>
                        <a:pt x="3597" y="1797"/>
                      </a:cubicBezTo>
                      <a:cubicBezTo>
                        <a:pt x="3597" y="805"/>
                        <a:pt x="2794" y="1"/>
                        <a:pt x="1801" y="1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33" name="Google Shape;1624;p34">
                  <a:extLst>
                    <a:ext uri="{FF2B5EF4-FFF2-40B4-BE49-F238E27FC236}">
                      <a16:creationId xmlns:a16="http://schemas.microsoft.com/office/drawing/2014/main" id="{E9A5A851-8442-7266-B0B6-FE7058D2B4E4}"/>
                    </a:ext>
                  </a:extLst>
                </p:cNvPr>
                <p:cNvSpPr/>
                <p:nvPr/>
              </p:nvSpPr>
              <p:spPr>
                <a:xfrm>
                  <a:off x="3834923" y="2295416"/>
                  <a:ext cx="5973" cy="303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" h="19664" extrusionOk="0">
                      <a:moveTo>
                        <a:pt x="1" y="1"/>
                      </a:moveTo>
                      <a:lnTo>
                        <a:pt x="1" y="19663"/>
                      </a:lnTo>
                      <a:lnTo>
                        <a:pt x="125" y="19663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34" name="Google Shape;1625;p34">
                  <a:extLst>
                    <a:ext uri="{FF2B5EF4-FFF2-40B4-BE49-F238E27FC236}">
                      <a16:creationId xmlns:a16="http://schemas.microsoft.com/office/drawing/2014/main" id="{4317C1FB-E8D4-8296-4771-465F43EC84FD}"/>
                    </a:ext>
                  </a:extLst>
                </p:cNvPr>
                <p:cNvSpPr/>
                <p:nvPr/>
              </p:nvSpPr>
              <p:spPr>
                <a:xfrm>
                  <a:off x="3841418" y="2500110"/>
                  <a:ext cx="388158" cy="385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3" h="8063" extrusionOk="0">
                      <a:moveTo>
                        <a:pt x="0" y="0"/>
                      </a:moveTo>
                      <a:lnTo>
                        <a:pt x="0" y="124"/>
                      </a:lnTo>
                      <a:cubicBezTo>
                        <a:pt x="4401" y="124"/>
                        <a:pt x="7939" y="3722"/>
                        <a:pt x="7939" y="8063"/>
                      </a:cubicBezTo>
                      <a:lnTo>
                        <a:pt x="8122" y="8063"/>
                      </a:lnTo>
                      <a:cubicBezTo>
                        <a:pt x="8122" y="3598"/>
                        <a:pt x="4466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35" name="Google Shape;1626;p34">
                  <a:extLst>
                    <a:ext uri="{FF2B5EF4-FFF2-40B4-BE49-F238E27FC236}">
                      <a16:creationId xmlns:a16="http://schemas.microsoft.com/office/drawing/2014/main" id="{B8EC8A15-A832-BAC4-5105-D8B177527816}"/>
                    </a:ext>
                  </a:extLst>
                </p:cNvPr>
                <p:cNvSpPr/>
                <p:nvPr/>
              </p:nvSpPr>
              <p:spPr>
                <a:xfrm>
                  <a:off x="3787649" y="2194620"/>
                  <a:ext cx="100801" cy="100800"/>
                </a:xfrm>
                <a:prstGeom prst="ellipse">
                  <a:avLst/>
                </a:pr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229" name="Google Shape;1627;p34">
                <a:extLst>
                  <a:ext uri="{FF2B5EF4-FFF2-40B4-BE49-F238E27FC236}">
                    <a16:creationId xmlns:a16="http://schemas.microsoft.com/office/drawing/2014/main" id="{9F412B3D-55AF-DA5D-50CE-050DCF80A1B8}"/>
                  </a:ext>
                </a:extLst>
              </p:cNvPr>
              <p:cNvSpPr txBox="1"/>
              <p:nvPr/>
            </p:nvSpPr>
            <p:spPr>
              <a:xfrm>
                <a:off x="2637906" y="1652912"/>
                <a:ext cx="1913912" cy="4938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defRPr/>
                </a:pPr>
                <a:r>
                  <a:rPr lang="pt-BR" sz="6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AVS e NF</a:t>
                </a:r>
              </a:p>
            </p:txBody>
          </p:sp>
        </p:grpSp>
        <p:grpSp>
          <p:nvGrpSpPr>
            <p:cNvPr id="238" name="Google Shape;1620;p34">
              <a:extLst>
                <a:ext uri="{FF2B5EF4-FFF2-40B4-BE49-F238E27FC236}">
                  <a16:creationId xmlns:a16="http://schemas.microsoft.com/office/drawing/2014/main" id="{892BBB9A-4A65-C357-DE79-F74EAF49D466}"/>
                </a:ext>
              </a:extLst>
            </p:cNvPr>
            <p:cNvGrpSpPr/>
            <p:nvPr/>
          </p:nvGrpSpPr>
          <p:grpSpPr>
            <a:xfrm>
              <a:off x="3139205" y="4146176"/>
              <a:ext cx="458654" cy="603624"/>
              <a:chOff x="3545057" y="2295416"/>
              <a:chExt cx="684519" cy="886347"/>
            </a:xfrm>
          </p:grpSpPr>
          <p:sp>
            <p:nvSpPr>
              <p:cNvPr id="240" name="Google Shape;1621;p34">
                <a:extLst>
                  <a:ext uri="{FF2B5EF4-FFF2-40B4-BE49-F238E27FC236}">
                    <a16:creationId xmlns:a16="http://schemas.microsoft.com/office/drawing/2014/main" id="{D0E712F2-6935-6A06-EB9B-553D7EF41084}"/>
                  </a:ext>
                </a:extLst>
              </p:cNvPr>
              <p:cNvSpPr/>
              <p:nvPr/>
            </p:nvSpPr>
            <p:spPr>
              <a:xfrm>
                <a:off x="3545057" y="2588990"/>
                <a:ext cx="592773" cy="592773"/>
              </a:xfrm>
              <a:custGeom>
                <a:avLst/>
                <a:gdLst/>
                <a:ahLst/>
                <a:cxnLst/>
                <a:rect l="l" t="t" r="r" b="b"/>
                <a:pathLst>
                  <a:path w="12405" h="12405" extrusionOk="0">
                    <a:moveTo>
                      <a:pt x="6202" y="190"/>
                    </a:moveTo>
                    <a:cubicBezTo>
                      <a:pt x="9551" y="190"/>
                      <a:pt x="12280" y="2854"/>
                      <a:pt x="12280" y="6203"/>
                    </a:cubicBezTo>
                    <a:cubicBezTo>
                      <a:pt x="12280" y="9552"/>
                      <a:pt x="9551" y="12281"/>
                      <a:pt x="6202" y="12281"/>
                    </a:cubicBezTo>
                    <a:cubicBezTo>
                      <a:pt x="2853" y="12281"/>
                      <a:pt x="184" y="9552"/>
                      <a:pt x="184" y="6203"/>
                    </a:cubicBezTo>
                    <a:cubicBezTo>
                      <a:pt x="184" y="2854"/>
                      <a:pt x="2853" y="190"/>
                      <a:pt x="6202" y="190"/>
                    </a:cubicBezTo>
                    <a:close/>
                    <a:moveTo>
                      <a:pt x="6202" y="1"/>
                    </a:moveTo>
                    <a:cubicBezTo>
                      <a:pt x="2789" y="1"/>
                      <a:pt x="0" y="2794"/>
                      <a:pt x="0" y="6203"/>
                    </a:cubicBezTo>
                    <a:cubicBezTo>
                      <a:pt x="0" y="9616"/>
                      <a:pt x="2789" y="12405"/>
                      <a:pt x="6202" y="12405"/>
                    </a:cubicBezTo>
                    <a:cubicBezTo>
                      <a:pt x="9611" y="12405"/>
                      <a:pt x="12404" y="9616"/>
                      <a:pt x="12404" y="6203"/>
                    </a:cubicBezTo>
                    <a:cubicBezTo>
                      <a:pt x="12404" y="2794"/>
                      <a:pt x="9611" y="1"/>
                      <a:pt x="6202" y="1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  <p:sp>
            <p:nvSpPr>
              <p:cNvPr id="243" name="Google Shape;1624;p34">
                <a:extLst>
                  <a:ext uri="{FF2B5EF4-FFF2-40B4-BE49-F238E27FC236}">
                    <a16:creationId xmlns:a16="http://schemas.microsoft.com/office/drawing/2014/main" id="{852CF630-009C-CC98-EDA7-BCE24E6CBD63}"/>
                  </a:ext>
                </a:extLst>
              </p:cNvPr>
              <p:cNvSpPr/>
              <p:nvPr/>
            </p:nvSpPr>
            <p:spPr>
              <a:xfrm>
                <a:off x="3834923" y="2295416"/>
                <a:ext cx="5973" cy="303446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9664" extrusionOk="0">
                    <a:moveTo>
                      <a:pt x="1" y="1"/>
                    </a:moveTo>
                    <a:lnTo>
                      <a:pt x="1" y="19663"/>
                    </a:lnTo>
                    <a:lnTo>
                      <a:pt x="125" y="19663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  <p:sp>
            <p:nvSpPr>
              <p:cNvPr id="244" name="Google Shape;1625;p34">
                <a:extLst>
                  <a:ext uri="{FF2B5EF4-FFF2-40B4-BE49-F238E27FC236}">
                    <a16:creationId xmlns:a16="http://schemas.microsoft.com/office/drawing/2014/main" id="{0BDDC60A-D0FB-4DAD-13C4-AD30F0DD1F7B}"/>
                  </a:ext>
                </a:extLst>
              </p:cNvPr>
              <p:cNvSpPr/>
              <p:nvPr/>
            </p:nvSpPr>
            <p:spPr>
              <a:xfrm>
                <a:off x="3841418" y="2500110"/>
                <a:ext cx="388158" cy="385290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8063" extrusionOk="0">
                    <a:moveTo>
                      <a:pt x="0" y="0"/>
                    </a:moveTo>
                    <a:lnTo>
                      <a:pt x="0" y="124"/>
                    </a:lnTo>
                    <a:cubicBezTo>
                      <a:pt x="4401" y="124"/>
                      <a:pt x="7939" y="3722"/>
                      <a:pt x="7939" y="8063"/>
                    </a:cubicBezTo>
                    <a:lnTo>
                      <a:pt x="8122" y="8063"/>
                    </a:lnTo>
                    <a:cubicBezTo>
                      <a:pt x="8122" y="3598"/>
                      <a:pt x="4466" y="0"/>
                      <a:pt x="0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</p:grpSp>
        <p:grpSp>
          <p:nvGrpSpPr>
            <p:cNvPr id="248" name="Google Shape;1595;p34">
              <a:extLst>
                <a:ext uri="{FF2B5EF4-FFF2-40B4-BE49-F238E27FC236}">
                  <a16:creationId xmlns:a16="http://schemas.microsoft.com/office/drawing/2014/main" id="{3EB34B7B-CA14-7B65-645A-353863C46DC8}"/>
                </a:ext>
              </a:extLst>
            </p:cNvPr>
            <p:cNvGrpSpPr/>
            <p:nvPr/>
          </p:nvGrpSpPr>
          <p:grpSpPr>
            <a:xfrm>
              <a:off x="4220835" y="4352576"/>
              <a:ext cx="440218" cy="574931"/>
              <a:chOff x="2310388" y="2586171"/>
              <a:chExt cx="681652" cy="890249"/>
            </a:xfrm>
          </p:grpSpPr>
          <p:sp>
            <p:nvSpPr>
              <p:cNvPr id="250" name="Google Shape;1596;p34">
                <a:extLst>
                  <a:ext uri="{FF2B5EF4-FFF2-40B4-BE49-F238E27FC236}">
                    <a16:creationId xmlns:a16="http://schemas.microsoft.com/office/drawing/2014/main" id="{DFE175E0-2560-ED17-1EFA-6940A54466FE}"/>
                  </a:ext>
                </a:extLst>
              </p:cNvPr>
              <p:cNvSpPr/>
              <p:nvPr/>
            </p:nvSpPr>
            <p:spPr>
              <a:xfrm>
                <a:off x="2399315" y="2586171"/>
                <a:ext cx="592725" cy="592773"/>
              </a:xfrm>
              <a:custGeom>
                <a:avLst/>
                <a:gdLst/>
                <a:ahLst/>
                <a:cxnLst/>
                <a:rect l="l" t="t" r="r" b="b"/>
                <a:pathLst>
                  <a:path w="12404" h="12405" extrusionOk="0">
                    <a:moveTo>
                      <a:pt x="6202" y="124"/>
                    </a:moveTo>
                    <a:cubicBezTo>
                      <a:pt x="9551" y="124"/>
                      <a:pt x="12280" y="2853"/>
                      <a:pt x="12280" y="6202"/>
                    </a:cubicBezTo>
                    <a:cubicBezTo>
                      <a:pt x="12280" y="9487"/>
                      <a:pt x="9551" y="12216"/>
                      <a:pt x="6202" y="12216"/>
                    </a:cubicBezTo>
                    <a:cubicBezTo>
                      <a:pt x="2913" y="12216"/>
                      <a:pt x="184" y="9487"/>
                      <a:pt x="184" y="6202"/>
                    </a:cubicBezTo>
                    <a:cubicBezTo>
                      <a:pt x="184" y="2853"/>
                      <a:pt x="2913" y="124"/>
                      <a:pt x="6202" y="124"/>
                    </a:cubicBezTo>
                    <a:close/>
                    <a:moveTo>
                      <a:pt x="6202" y="0"/>
                    </a:moveTo>
                    <a:cubicBezTo>
                      <a:pt x="2789" y="0"/>
                      <a:pt x="0" y="2729"/>
                      <a:pt x="0" y="6202"/>
                    </a:cubicBezTo>
                    <a:cubicBezTo>
                      <a:pt x="0" y="9611"/>
                      <a:pt x="2789" y="12404"/>
                      <a:pt x="6202" y="12404"/>
                    </a:cubicBezTo>
                    <a:cubicBezTo>
                      <a:pt x="9611" y="12404"/>
                      <a:pt x="12404" y="9611"/>
                      <a:pt x="12404" y="6202"/>
                    </a:cubicBezTo>
                    <a:cubicBezTo>
                      <a:pt x="12404" y="2729"/>
                      <a:pt x="9611" y="0"/>
                      <a:pt x="6202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  <p:sp>
            <p:nvSpPr>
              <p:cNvPr id="253" name="Google Shape;1599;p34">
                <a:extLst>
                  <a:ext uri="{FF2B5EF4-FFF2-40B4-BE49-F238E27FC236}">
                    <a16:creationId xmlns:a16="http://schemas.microsoft.com/office/drawing/2014/main" id="{7039F914-AE3C-63A2-84C9-728EBC4B4206}"/>
                  </a:ext>
                </a:extLst>
              </p:cNvPr>
              <p:cNvSpPr/>
              <p:nvPr/>
            </p:nvSpPr>
            <p:spPr>
              <a:xfrm>
                <a:off x="2692577" y="3172972"/>
                <a:ext cx="9079" cy="303448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9658" extrusionOk="0">
                    <a:moveTo>
                      <a:pt x="1" y="0"/>
                    </a:moveTo>
                    <a:lnTo>
                      <a:pt x="1" y="19658"/>
                    </a:lnTo>
                    <a:lnTo>
                      <a:pt x="189" y="19658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  <p:sp>
            <p:nvSpPr>
              <p:cNvPr id="254" name="Google Shape;1600;p34">
                <a:extLst>
                  <a:ext uri="{FF2B5EF4-FFF2-40B4-BE49-F238E27FC236}">
                    <a16:creationId xmlns:a16="http://schemas.microsoft.com/office/drawing/2014/main" id="{2E29A0FA-2A8F-AD30-913E-A54CA1BEA260}"/>
                  </a:ext>
                </a:extLst>
              </p:cNvPr>
              <p:cNvSpPr/>
              <p:nvPr/>
            </p:nvSpPr>
            <p:spPr>
              <a:xfrm>
                <a:off x="2310388" y="2885354"/>
                <a:ext cx="385338" cy="388396"/>
              </a:xfrm>
              <a:custGeom>
                <a:avLst/>
                <a:gdLst/>
                <a:ahLst/>
                <a:cxnLst/>
                <a:rect l="l" t="t" r="r" b="b"/>
                <a:pathLst>
                  <a:path w="8064" h="8128" extrusionOk="0">
                    <a:moveTo>
                      <a:pt x="1" y="1"/>
                    </a:moveTo>
                    <a:cubicBezTo>
                      <a:pt x="1" y="4466"/>
                      <a:pt x="3598" y="8128"/>
                      <a:pt x="8063" y="8128"/>
                    </a:cubicBezTo>
                    <a:lnTo>
                      <a:pt x="8063" y="7939"/>
                    </a:lnTo>
                    <a:cubicBezTo>
                      <a:pt x="3722" y="7939"/>
                      <a:pt x="125" y="4407"/>
                      <a:pt x="125" y="1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</p:grpSp>
        <p:grpSp>
          <p:nvGrpSpPr>
            <p:cNvPr id="258" name="Google Shape;1620;p34">
              <a:extLst>
                <a:ext uri="{FF2B5EF4-FFF2-40B4-BE49-F238E27FC236}">
                  <a16:creationId xmlns:a16="http://schemas.microsoft.com/office/drawing/2014/main" id="{7B867325-B72A-5E65-1288-2A72EE135D7D}"/>
                </a:ext>
              </a:extLst>
            </p:cNvPr>
            <p:cNvGrpSpPr/>
            <p:nvPr/>
          </p:nvGrpSpPr>
          <p:grpSpPr>
            <a:xfrm>
              <a:off x="5390087" y="4151376"/>
              <a:ext cx="449126" cy="603625"/>
              <a:chOff x="3545057" y="2295416"/>
              <a:chExt cx="684519" cy="886347"/>
            </a:xfrm>
          </p:grpSpPr>
          <p:sp>
            <p:nvSpPr>
              <p:cNvPr id="260" name="Google Shape;1621;p34">
                <a:extLst>
                  <a:ext uri="{FF2B5EF4-FFF2-40B4-BE49-F238E27FC236}">
                    <a16:creationId xmlns:a16="http://schemas.microsoft.com/office/drawing/2014/main" id="{2C5D1206-557D-693D-4FF5-21FB3A45E267}"/>
                  </a:ext>
                </a:extLst>
              </p:cNvPr>
              <p:cNvSpPr/>
              <p:nvPr/>
            </p:nvSpPr>
            <p:spPr>
              <a:xfrm>
                <a:off x="3545057" y="2588990"/>
                <a:ext cx="592773" cy="592773"/>
              </a:xfrm>
              <a:custGeom>
                <a:avLst/>
                <a:gdLst/>
                <a:ahLst/>
                <a:cxnLst/>
                <a:rect l="l" t="t" r="r" b="b"/>
                <a:pathLst>
                  <a:path w="12405" h="12405" extrusionOk="0">
                    <a:moveTo>
                      <a:pt x="6202" y="190"/>
                    </a:moveTo>
                    <a:cubicBezTo>
                      <a:pt x="9551" y="190"/>
                      <a:pt x="12280" y="2854"/>
                      <a:pt x="12280" y="6203"/>
                    </a:cubicBezTo>
                    <a:cubicBezTo>
                      <a:pt x="12280" y="9552"/>
                      <a:pt x="9551" y="12281"/>
                      <a:pt x="6202" y="12281"/>
                    </a:cubicBezTo>
                    <a:cubicBezTo>
                      <a:pt x="2853" y="12281"/>
                      <a:pt x="184" y="9552"/>
                      <a:pt x="184" y="6203"/>
                    </a:cubicBezTo>
                    <a:cubicBezTo>
                      <a:pt x="184" y="2854"/>
                      <a:pt x="2853" y="190"/>
                      <a:pt x="6202" y="190"/>
                    </a:cubicBezTo>
                    <a:close/>
                    <a:moveTo>
                      <a:pt x="6202" y="1"/>
                    </a:moveTo>
                    <a:cubicBezTo>
                      <a:pt x="2789" y="1"/>
                      <a:pt x="0" y="2794"/>
                      <a:pt x="0" y="6203"/>
                    </a:cubicBezTo>
                    <a:cubicBezTo>
                      <a:pt x="0" y="9616"/>
                      <a:pt x="2789" y="12405"/>
                      <a:pt x="6202" y="12405"/>
                    </a:cubicBezTo>
                    <a:cubicBezTo>
                      <a:pt x="9611" y="12405"/>
                      <a:pt x="12404" y="9616"/>
                      <a:pt x="12404" y="6203"/>
                    </a:cubicBezTo>
                    <a:cubicBezTo>
                      <a:pt x="12404" y="2794"/>
                      <a:pt x="9611" y="1"/>
                      <a:pt x="6202" y="1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  <p:sp>
            <p:nvSpPr>
              <p:cNvPr id="263" name="Google Shape;1624;p34">
                <a:extLst>
                  <a:ext uri="{FF2B5EF4-FFF2-40B4-BE49-F238E27FC236}">
                    <a16:creationId xmlns:a16="http://schemas.microsoft.com/office/drawing/2014/main" id="{D528A119-5C72-D713-456B-14586BDEF3EE}"/>
                  </a:ext>
                </a:extLst>
              </p:cNvPr>
              <p:cNvSpPr/>
              <p:nvPr/>
            </p:nvSpPr>
            <p:spPr>
              <a:xfrm>
                <a:off x="3834923" y="2295416"/>
                <a:ext cx="5973" cy="303446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9664" extrusionOk="0">
                    <a:moveTo>
                      <a:pt x="1" y="1"/>
                    </a:moveTo>
                    <a:lnTo>
                      <a:pt x="1" y="19663"/>
                    </a:lnTo>
                    <a:lnTo>
                      <a:pt x="125" y="19663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  <p:sp>
            <p:nvSpPr>
              <p:cNvPr id="264" name="Google Shape;1625;p34">
                <a:extLst>
                  <a:ext uri="{FF2B5EF4-FFF2-40B4-BE49-F238E27FC236}">
                    <a16:creationId xmlns:a16="http://schemas.microsoft.com/office/drawing/2014/main" id="{9C5318C3-8B9D-889D-400A-17192943EFDC}"/>
                  </a:ext>
                </a:extLst>
              </p:cNvPr>
              <p:cNvSpPr/>
              <p:nvPr/>
            </p:nvSpPr>
            <p:spPr>
              <a:xfrm>
                <a:off x="3841418" y="2500110"/>
                <a:ext cx="388158" cy="385290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8063" extrusionOk="0">
                    <a:moveTo>
                      <a:pt x="0" y="0"/>
                    </a:moveTo>
                    <a:lnTo>
                      <a:pt x="0" y="124"/>
                    </a:lnTo>
                    <a:cubicBezTo>
                      <a:pt x="4401" y="124"/>
                      <a:pt x="7939" y="3722"/>
                      <a:pt x="7939" y="8063"/>
                    </a:cubicBezTo>
                    <a:lnTo>
                      <a:pt x="8122" y="8063"/>
                    </a:lnTo>
                    <a:cubicBezTo>
                      <a:pt x="8122" y="3598"/>
                      <a:pt x="4466" y="0"/>
                      <a:pt x="0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</p:grpSp>
        <p:grpSp>
          <p:nvGrpSpPr>
            <p:cNvPr id="268" name="Google Shape;1595;p34">
              <a:extLst>
                <a:ext uri="{FF2B5EF4-FFF2-40B4-BE49-F238E27FC236}">
                  <a16:creationId xmlns:a16="http://schemas.microsoft.com/office/drawing/2014/main" id="{FC151ED8-9797-2BEB-42B7-B6FA4B533758}"/>
                </a:ext>
              </a:extLst>
            </p:cNvPr>
            <p:cNvGrpSpPr/>
            <p:nvPr/>
          </p:nvGrpSpPr>
          <p:grpSpPr>
            <a:xfrm>
              <a:off x="6510299" y="4353480"/>
              <a:ext cx="440218" cy="574931"/>
              <a:chOff x="2310388" y="2586171"/>
              <a:chExt cx="681652" cy="890249"/>
            </a:xfrm>
          </p:grpSpPr>
          <p:sp>
            <p:nvSpPr>
              <p:cNvPr id="270" name="Google Shape;1596;p34">
                <a:extLst>
                  <a:ext uri="{FF2B5EF4-FFF2-40B4-BE49-F238E27FC236}">
                    <a16:creationId xmlns:a16="http://schemas.microsoft.com/office/drawing/2014/main" id="{B3E74B00-3087-8C53-5730-24E34978B487}"/>
                  </a:ext>
                </a:extLst>
              </p:cNvPr>
              <p:cNvSpPr/>
              <p:nvPr/>
            </p:nvSpPr>
            <p:spPr>
              <a:xfrm>
                <a:off x="2399315" y="2586171"/>
                <a:ext cx="592725" cy="592773"/>
              </a:xfrm>
              <a:custGeom>
                <a:avLst/>
                <a:gdLst/>
                <a:ahLst/>
                <a:cxnLst/>
                <a:rect l="l" t="t" r="r" b="b"/>
                <a:pathLst>
                  <a:path w="12404" h="12405" extrusionOk="0">
                    <a:moveTo>
                      <a:pt x="6202" y="124"/>
                    </a:moveTo>
                    <a:cubicBezTo>
                      <a:pt x="9551" y="124"/>
                      <a:pt x="12280" y="2853"/>
                      <a:pt x="12280" y="6202"/>
                    </a:cubicBezTo>
                    <a:cubicBezTo>
                      <a:pt x="12280" y="9487"/>
                      <a:pt x="9551" y="12216"/>
                      <a:pt x="6202" y="12216"/>
                    </a:cubicBezTo>
                    <a:cubicBezTo>
                      <a:pt x="2913" y="12216"/>
                      <a:pt x="184" y="9487"/>
                      <a:pt x="184" y="6202"/>
                    </a:cubicBezTo>
                    <a:cubicBezTo>
                      <a:pt x="184" y="2853"/>
                      <a:pt x="2913" y="124"/>
                      <a:pt x="6202" y="124"/>
                    </a:cubicBezTo>
                    <a:close/>
                    <a:moveTo>
                      <a:pt x="6202" y="0"/>
                    </a:moveTo>
                    <a:cubicBezTo>
                      <a:pt x="2789" y="0"/>
                      <a:pt x="0" y="2729"/>
                      <a:pt x="0" y="6202"/>
                    </a:cubicBezTo>
                    <a:cubicBezTo>
                      <a:pt x="0" y="9611"/>
                      <a:pt x="2789" y="12404"/>
                      <a:pt x="6202" y="12404"/>
                    </a:cubicBezTo>
                    <a:cubicBezTo>
                      <a:pt x="9611" y="12404"/>
                      <a:pt x="12404" y="9611"/>
                      <a:pt x="12404" y="6202"/>
                    </a:cubicBezTo>
                    <a:cubicBezTo>
                      <a:pt x="12404" y="2729"/>
                      <a:pt x="9611" y="0"/>
                      <a:pt x="6202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  <p:sp>
            <p:nvSpPr>
              <p:cNvPr id="273" name="Google Shape;1599;p34">
                <a:extLst>
                  <a:ext uri="{FF2B5EF4-FFF2-40B4-BE49-F238E27FC236}">
                    <a16:creationId xmlns:a16="http://schemas.microsoft.com/office/drawing/2014/main" id="{80255C23-C652-B8A0-6378-FEB55819D3F7}"/>
                  </a:ext>
                </a:extLst>
              </p:cNvPr>
              <p:cNvSpPr/>
              <p:nvPr/>
            </p:nvSpPr>
            <p:spPr>
              <a:xfrm>
                <a:off x="2692577" y="3172972"/>
                <a:ext cx="9079" cy="303448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9658" extrusionOk="0">
                    <a:moveTo>
                      <a:pt x="1" y="0"/>
                    </a:moveTo>
                    <a:lnTo>
                      <a:pt x="1" y="19658"/>
                    </a:lnTo>
                    <a:lnTo>
                      <a:pt x="189" y="19658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  <p:sp>
            <p:nvSpPr>
              <p:cNvPr id="274" name="Google Shape;1600;p34">
                <a:extLst>
                  <a:ext uri="{FF2B5EF4-FFF2-40B4-BE49-F238E27FC236}">
                    <a16:creationId xmlns:a16="http://schemas.microsoft.com/office/drawing/2014/main" id="{DFAEFA9C-C1DD-B91D-6233-06626B5D5D2B}"/>
                  </a:ext>
                </a:extLst>
              </p:cNvPr>
              <p:cNvSpPr/>
              <p:nvPr/>
            </p:nvSpPr>
            <p:spPr>
              <a:xfrm>
                <a:off x="2310388" y="2885354"/>
                <a:ext cx="385338" cy="388396"/>
              </a:xfrm>
              <a:custGeom>
                <a:avLst/>
                <a:gdLst/>
                <a:ahLst/>
                <a:cxnLst/>
                <a:rect l="l" t="t" r="r" b="b"/>
                <a:pathLst>
                  <a:path w="8064" h="8128" extrusionOk="0">
                    <a:moveTo>
                      <a:pt x="1" y="1"/>
                    </a:moveTo>
                    <a:cubicBezTo>
                      <a:pt x="1" y="4466"/>
                      <a:pt x="3598" y="8128"/>
                      <a:pt x="8063" y="8128"/>
                    </a:cubicBezTo>
                    <a:lnTo>
                      <a:pt x="8063" y="7939"/>
                    </a:lnTo>
                    <a:cubicBezTo>
                      <a:pt x="3722" y="7939"/>
                      <a:pt x="125" y="4407"/>
                      <a:pt x="125" y="1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</p:grpSp>
        <p:grpSp>
          <p:nvGrpSpPr>
            <p:cNvPr id="278" name="Google Shape;1620;p34">
              <a:extLst>
                <a:ext uri="{FF2B5EF4-FFF2-40B4-BE49-F238E27FC236}">
                  <a16:creationId xmlns:a16="http://schemas.microsoft.com/office/drawing/2014/main" id="{37F8B98F-5D8B-7BBC-856B-82446670BCE4}"/>
                </a:ext>
              </a:extLst>
            </p:cNvPr>
            <p:cNvGrpSpPr/>
            <p:nvPr/>
          </p:nvGrpSpPr>
          <p:grpSpPr>
            <a:xfrm>
              <a:off x="7869739" y="4152279"/>
              <a:ext cx="258939" cy="401794"/>
              <a:chOff x="3834923" y="2295416"/>
              <a:chExt cx="394653" cy="589984"/>
            </a:xfrm>
          </p:grpSpPr>
          <p:sp>
            <p:nvSpPr>
              <p:cNvPr id="283" name="Google Shape;1624;p34">
                <a:extLst>
                  <a:ext uri="{FF2B5EF4-FFF2-40B4-BE49-F238E27FC236}">
                    <a16:creationId xmlns:a16="http://schemas.microsoft.com/office/drawing/2014/main" id="{8A0F6BF5-4641-CDC3-58E4-3CE792718ED3}"/>
                  </a:ext>
                </a:extLst>
              </p:cNvPr>
              <p:cNvSpPr/>
              <p:nvPr/>
            </p:nvSpPr>
            <p:spPr>
              <a:xfrm>
                <a:off x="3834923" y="2295416"/>
                <a:ext cx="5973" cy="303446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9664" extrusionOk="0">
                    <a:moveTo>
                      <a:pt x="1" y="1"/>
                    </a:moveTo>
                    <a:lnTo>
                      <a:pt x="1" y="19663"/>
                    </a:lnTo>
                    <a:lnTo>
                      <a:pt x="125" y="19663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  <p:sp>
            <p:nvSpPr>
              <p:cNvPr id="284" name="Google Shape;1625;p34">
                <a:extLst>
                  <a:ext uri="{FF2B5EF4-FFF2-40B4-BE49-F238E27FC236}">
                    <a16:creationId xmlns:a16="http://schemas.microsoft.com/office/drawing/2014/main" id="{B32FF47F-D660-3C64-8DF2-3DAFB267AE89}"/>
                  </a:ext>
                </a:extLst>
              </p:cNvPr>
              <p:cNvSpPr/>
              <p:nvPr/>
            </p:nvSpPr>
            <p:spPr>
              <a:xfrm>
                <a:off x="3841418" y="2500110"/>
                <a:ext cx="388158" cy="385290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8063" extrusionOk="0">
                    <a:moveTo>
                      <a:pt x="0" y="0"/>
                    </a:moveTo>
                    <a:lnTo>
                      <a:pt x="0" y="124"/>
                    </a:lnTo>
                    <a:cubicBezTo>
                      <a:pt x="4401" y="124"/>
                      <a:pt x="7939" y="3722"/>
                      <a:pt x="7939" y="8063"/>
                    </a:cubicBezTo>
                    <a:lnTo>
                      <a:pt x="8122" y="8063"/>
                    </a:lnTo>
                    <a:cubicBezTo>
                      <a:pt x="8122" y="3598"/>
                      <a:pt x="4466" y="0"/>
                      <a:pt x="0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defTabSz="336947">
                  <a:defRPr/>
                </a:pPr>
                <a:endParaRPr sz="1350">
                  <a:latin typeface="Calibri"/>
                  <a:cs typeface="Calibri"/>
                </a:endParaRPr>
              </a:p>
            </p:txBody>
          </p:sp>
        </p:grpSp>
        <p:grpSp>
          <p:nvGrpSpPr>
            <p:cNvPr id="286" name="Google Shape;1593;p34">
              <a:extLst>
                <a:ext uri="{FF2B5EF4-FFF2-40B4-BE49-F238E27FC236}">
                  <a16:creationId xmlns:a16="http://schemas.microsoft.com/office/drawing/2014/main" id="{56BE7E1C-5A16-0843-8FAA-2174691CEB6F}"/>
                </a:ext>
              </a:extLst>
            </p:cNvPr>
            <p:cNvGrpSpPr/>
            <p:nvPr/>
          </p:nvGrpSpPr>
          <p:grpSpPr>
            <a:xfrm>
              <a:off x="8374815" y="3995925"/>
              <a:ext cx="1362075" cy="1345562"/>
              <a:chOff x="648102" y="2042984"/>
              <a:chExt cx="2109096" cy="2083528"/>
            </a:xfrm>
          </p:grpSpPr>
          <p:sp>
            <p:nvSpPr>
              <p:cNvPr id="287" name="Google Shape;1594;p34">
                <a:extLst>
                  <a:ext uri="{FF2B5EF4-FFF2-40B4-BE49-F238E27FC236}">
                    <a16:creationId xmlns:a16="http://schemas.microsoft.com/office/drawing/2014/main" id="{F1997C4E-A91B-1AAA-D510-DDD3EE49D7EA}"/>
                  </a:ext>
                </a:extLst>
              </p:cNvPr>
              <p:cNvSpPr txBox="1"/>
              <p:nvPr/>
            </p:nvSpPr>
            <p:spPr>
              <a:xfrm>
                <a:off x="648102" y="3606012"/>
                <a:ext cx="2109096" cy="52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defRPr/>
                </a:pPr>
                <a:r>
                  <a:rPr lang="pt-BR" sz="6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Fim do semestre letivo</a:t>
                </a:r>
                <a:r>
                  <a:rPr lang="pt-BR" sz="600" dirty="0">
                    <a:solidFill>
                      <a:srgbClr val="A7A7A7"/>
                    </a:solidFill>
                    <a:latin typeface="Roboto"/>
                    <a:ea typeface="Roboto"/>
                    <a:cs typeface="Roboto"/>
                    <a:sym typeface="Roboto"/>
                  </a:rPr>
                  <a:t>.</a:t>
                </a:r>
                <a:endParaRPr lang="pt-BR" sz="6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88" name="Google Shape;1595;p34">
                <a:extLst>
                  <a:ext uri="{FF2B5EF4-FFF2-40B4-BE49-F238E27FC236}">
                    <a16:creationId xmlns:a16="http://schemas.microsoft.com/office/drawing/2014/main" id="{C91186A5-EF24-D1F7-A4C9-C770C8393C68}"/>
                  </a:ext>
                </a:extLst>
              </p:cNvPr>
              <p:cNvGrpSpPr/>
              <p:nvPr/>
            </p:nvGrpSpPr>
            <p:grpSpPr>
              <a:xfrm>
                <a:off x="1306267" y="2586171"/>
                <a:ext cx="681652" cy="969321"/>
                <a:chOff x="2310388" y="2586171"/>
                <a:chExt cx="681652" cy="969321"/>
              </a:xfrm>
            </p:grpSpPr>
            <p:sp>
              <p:nvSpPr>
                <p:cNvPr id="290" name="Google Shape;1596;p34">
                  <a:extLst>
                    <a:ext uri="{FF2B5EF4-FFF2-40B4-BE49-F238E27FC236}">
                      <a16:creationId xmlns:a16="http://schemas.microsoft.com/office/drawing/2014/main" id="{728E37BD-1B27-354E-C77B-383EB238A235}"/>
                    </a:ext>
                  </a:extLst>
                </p:cNvPr>
                <p:cNvSpPr/>
                <p:nvPr/>
              </p:nvSpPr>
              <p:spPr>
                <a:xfrm>
                  <a:off x="2399315" y="2586171"/>
                  <a:ext cx="592725" cy="59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4" h="12405" extrusionOk="0">
                      <a:moveTo>
                        <a:pt x="6202" y="124"/>
                      </a:moveTo>
                      <a:cubicBezTo>
                        <a:pt x="9551" y="124"/>
                        <a:pt x="12280" y="2853"/>
                        <a:pt x="12280" y="6202"/>
                      </a:cubicBezTo>
                      <a:cubicBezTo>
                        <a:pt x="12280" y="9487"/>
                        <a:pt x="9551" y="12216"/>
                        <a:pt x="6202" y="12216"/>
                      </a:cubicBezTo>
                      <a:cubicBezTo>
                        <a:pt x="2913" y="12216"/>
                        <a:pt x="184" y="9487"/>
                        <a:pt x="184" y="6202"/>
                      </a:cubicBezTo>
                      <a:cubicBezTo>
                        <a:pt x="184" y="2853"/>
                        <a:pt x="2913" y="124"/>
                        <a:pt x="6202" y="124"/>
                      </a:cubicBezTo>
                      <a:close/>
                      <a:moveTo>
                        <a:pt x="6202" y="0"/>
                      </a:moveTo>
                      <a:cubicBezTo>
                        <a:pt x="2789" y="0"/>
                        <a:pt x="0" y="2729"/>
                        <a:pt x="0" y="6202"/>
                      </a:cubicBezTo>
                      <a:cubicBezTo>
                        <a:pt x="0" y="9611"/>
                        <a:pt x="2789" y="12404"/>
                        <a:pt x="6202" y="12404"/>
                      </a:cubicBezTo>
                      <a:cubicBezTo>
                        <a:pt x="9611" y="12404"/>
                        <a:pt x="12404" y="9611"/>
                        <a:pt x="12404" y="6202"/>
                      </a:cubicBezTo>
                      <a:cubicBezTo>
                        <a:pt x="12404" y="2729"/>
                        <a:pt x="9611" y="0"/>
                        <a:pt x="6202" y="0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91" name="Google Shape;1597;p34">
                  <a:extLst>
                    <a:ext uri="{FF2B5EF4-FFF2-40B4-BE49-F238E27FC236}">
                      <a16:creationId xmlns:a16="http://schemas.microsoft.com/office/drawing/2014/main" id="{9B78EC46-023D-4DBB-B8EC-DB036BF865FC}"/>
                    </a:ext>
                  </a:extLst>
                </p:cNvPr>
                <p:cNvSpPr/>
                <p:nvPr/>
              </p:nvSpPr>
              <p:spPr>
                <a:xfrm>
                  <a:off x="2514764" y="2698799"/>
                  <a:ext cx="361589" cy="364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7" h="7627" extrusionOk="0">
                      <a:moveTo>
                        <a:pt x="3786" y="496"/>
                      </a:moveTo>
                      <a:cubicBezTo>
                        <a:pt x="5647" y="496"/>
                        <a:pt x="7135" y="1985"/>
                        <a:pt x="7135" y="3845"/>
                      </a:cubicBezTo>
                      <a:cubicBezTo>
                        <a:pt x="7135" y="5641"/>
                        <a:pt x="5647" y="7130"/>
                        <a:pt x="3786" y="7130"/>
                      </a:cubicBezTo>
                      <a:cubicBezTo>
                        <a:pt x="1985" y="7130"/>
                        <a:pt x="497" y="5641"/>
                        <a:pt x="497" y="3845"/>
                      </a:cubicBezTo>
                      <a:cubicBezTo>
                        <a:pt x="497" y="1985"/>
                        <a:pt x="1985" y="496"/>
                        <a:pt x="3786" y="496"/>
                      </a:cubicBezTo>
                      <a:close/>
                      <a:moveTo>
                        <a:pt x="3786" y="0"/>
                      </a:moveTo>
                      <a:cubicBezTo>
                        <a:pt x="1677" y="0"/>
                        <a:pt x="0" y="1737"/>
                        <a:pt x="0" y="3845"/>
                      </a:cubicBezTo>
                      <a:cubicBezTo>
                        <a:pt x="0" y="5889"/>
                        <a:pt x="1677" y="7626"/>
                        <a:pt x="3786" y="7626"/>
                      </a:cubicBezTo>
                      <a:cubicBezTo>
                        <a:pt x="5895" y="7626"/>
                        <a:pt x="7567" y="5889"/>
                        <a:pt x="7567" y="3845"/>
                      </a:cubicBezTo>
                      <a:cubicBezTo>
                        <a:pt x="7567" y="1737"/>
                        <a:pt x="5895" y="0"/>
                        <a:pt x="3786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92" name="Google Shape;1598;p34">
                  <a:extLst>
                    <a:ext uri="{FF2B5EF4-FFF2-40B4-BE49-F238E27FC236}">
                      <a16:creationId xmlns:a16="http://schemas.microsoft.com/office/drawing/2014/main" id="{FFB74ECD-5B68-FBFB-A471-74B66026C1D3}"/>
                    </a:ext>
                  </a:extLst>
                </p:cNvPr>
                <p:cNvSpPr/>
                <p:nvPr/>
              </p:nvSpPr>
              <p:spPr>
                <a:xfrm>
                  <a:off x="2612674" y="2796473"/>
                  <a:ext cx="168872" cy="16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4" h="3538" extrusionOk="0">
                      <a:moveTo>
                        <a:pt x="1737" y="0"/>
                      </a:moveTo>
                      <a:cubicBezTo>
                        <a:pt x="745" y="0"/>
                        <a:pt x="1" y="809"/>
                        <a:pt x="1" y="1801"/>
                      </a:cubicBezTo>
                      <a:cubicBezTo>
                        <a:pt x="1" y="2729"/>
                        <a:pt x="745" y="3538"/>
                        <a:pt x="1737" y="3538"/>
                      </a:cubicBezTo>
                      <a:cubicBezTo>
                        <a:pt x="2729" y="3538"/>
                        <a:pt x="3533" y="2729"/>
                        <a:pt x="3533" y="1801"/>
                      </a:cubicBezTo>
                      <a:cubicBezTo>
                        <a:pt x="3533" y="809"/>
                        <a:pt x="2729" y="0"/>
                        <a:pt x="1737" y="0"/>
                      </a:cubicBezTo>
                      <a:close/>
                    </a:path>
                  </a:pathLst>
                </a:cu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93" name="Google Shape;1599;p34">
                  <a:extLst>
                    <a:ext uri="{FF2B5EF4-FFF2-40B4-BE49-F238E27FC236}">
                      <a16:creationId xmlns:a16="http://schemas.microsoft.com/office/drawing/2014/main" id="{6DC368B5-D0AD-EC22-E115-3A767CD29CAA}"/>
                    </a:ext>
                  </a:extLst>
                </p:cNvPr>
                <p:cNvSpPr/>
                <p:nvPr/>
              </p:nvSpPr>
              <p:spPr>
                <a:xfrm>
                  <a:off x="2692577" y="3172972"/>
                  <a:ext cx="9079" cy="30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" h="19658" extrusionOk="0">
                      <a:moveTo>
                        <a:pt x="1" y="0"/>
                      </a:moveTo>
                      <a:lnTo>
                        <a:pt x="1" y="19658"/>
                      </a:lnTo>
                      <a:lnTo>
                        <a:pt x="189" y="19658"/>
                      </a:lnTo>
                      <a:lnTo>
                        <a:pt x="189" y="0"/>
                      </a:ln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94" name="Google Shape;1600;p34">
                  <a:extLst>
                    <a:ext uri="{FF2B5EF4-FFF2-40B4-BE49-F238E27FC236}">
                      <a16:creationId xmlns:a16="http://schemas.microsoft.com/office/drawing/2014/main" id="{ACBB9711-4803-3956-3ECA-EF235117C994}"/>
                    </a:ext>
                  </a:extLst>
                </p:cNvPr>
                <p:cNvSpPr/>
                <p:nvPr/>
              </p:nvSpPr>
              <p:spPr>
                <a:xfrm>
                  <a:off x="2310388" y="2885354"/>
                  <a:ext cx="385338" cy="3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4" h="8128" extrusionOk="0">
                      <a:moveTo>
                        <a:pt x="1" y="1"/>
                      </a:moveTo>
                      <a:cubicBezTo>
                        <a:pt x="1" y="4466"/>
                        <a:pt x="3598" y="8128"/>
                        <a:pt x="8063" y="8128"/>
                      </a:cubicBezTo>
                      <a:lnTo>
                        <a:pt x="8063" y="7939"/>
                      </a:lnTo>
                      <a:cubicBezTo>
                        <a:pt x="3722" y="7939"/>
                        <a:pt x="125" y="4407"/>
                        <a:pt x="125" y="1"/>
                      </a:cubicBezTo>
                      <a:close/>
                    </a:path>
                  </a:pathLst>
                </a:custGeom>
                <a:solidFill>
                  <a:schemeClr val="bg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95" name="Google Shape;1601;p34">
                  <a:extLst>
                    <a:ext uri="{FF2B5EF4-FFF2-40B4-BE49-F238E27FC236}">
                      <a16:creationId xmlns:a16="http://schemas.microsoft.com/office/drawing/2014/main" id="{D0FEF200-3445-E24A-EB94-6D774E187F9C}"/>
                    </a:ext>
                  </a:extLst>
                </p:cNvPr>
                <p:cNvSpPr/>
                <p:nvPr/>
              </p:nvSpPr>
              <p:spPr>
                <a:xfrm>
                  <a:off x="2646714" y="3454692"/>
                  <a:ext cx="100800" cy="100800"/>
                </a:xfrm>
                <a:prstGeom prst="ellipse">
                  <a:avLst/>
                </a:prstGeom>
                <a:solidFill>
                  <a:srgbClr val="A75EAB"/>
                </a:solidFill>
                <a:ln>
                  <a:noFill/>
                </a:ln>
              </p:spPr>
              <p:txBody>
                <a:bodyPr spcFirstLastPara="1" wrap="square" lIns="68569" tIns="68569" rIns="68569" bIns="68569" anchor="ctr" anchorCtr="0">
                  <a:noAutofit/>
                </a:bodyPr>
                <a:lstStyle/>
                <a:p>
                  <a:pPr defTabSz="336947">
                    <a:defRPr/>
                  </a:pPr>
                  <a:endParaRPr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289" name="Google Shape;1602;p34">
                <a:extLst>
                  <a:ext uri="{FF2B5EF4-FFF2-40B4-BE49-F238E27FC236}">
                    <a16:creationId xmlns:a16="http://schemas.microsoft.com/office/drawing/2014/main" id="{AF3D399D-82D6-E564-E9D7-5BDB3CEFE659}"/>
                  </a:ext>
                </a:extLst>
              </p:cNvPr>
              <p:cNvSpPr txBox="1"/>
              <p:nvPr/>
            </p:nvSpPr>
            <p:spPr>
              <a:xfrm>
                <a:off x="832043" y="2042984"/>
                <a:ext cx="1754312" cy="627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 algn="ctr" defTabSz="336947">
                  <a:lnSpc>
                    <a:spcPct val="115000"/>
                  </a:lnSpc>
                  <a:defRPr/>
                </a:pPr>
                <a:r>
                  <a:rPr lang="pt-BR" sz="825" b="1" dirty="0">
                    <a:solidFill>
                      <a:schemeClr val="tx1"/>
                    </a:solidFill>
                    <a:latin typeface="Fira Sans Extra Condensed"/>
                    <a:cs typeface="Calibri"/>
                    <a:sym typeface="Fira Sans Extra Condensed"/>
                  </a:rPr>
                  <a:t>07 de Dezembro</a:t>
                </a:r>
              </a:p>
            </p:txBody>
          </p:sp>
        </p:grpSp>
        <p:pic>
          <p:nvPicPr>
            <p:cNvPr id="296" name="Gráfico 295" descr="Parar com preenchimento sólido">
              <a:extLst>
                <a:ext uri="{FF2B5EF4-FFF2-40B4-BE49-F238E27FC236}">
                  <a16:creationId xmlns:a16="http://schemas.microsoft.com/office/drawing/2014/main" id="{51C4CBCB-65D9-71EA-9E97-0CADCB519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40927" y="4465126"/>
              <a:ext cx="144000" cy="144000"/>
            </a:xfrm>
            <a:prstGeom prst="rect">
              <a:avLst/>
            </a:prstGeom>
          </p:spPr>
        </p:pic>
        <p:pic>
          <p:nvPicPr>
            <p:cNvPr id="297" name="Gráfico 296" descr="Reproduzir com preenchimento sólido">
              <a:extLst>
                <a:ext uri="{FF2B5EF4-FFF2-40B4-BE49-F238E27FC236}">
                  <a16:creationId xmlns:a16="http://schemas.microsoft.com/office/drawing/2014/main" id="{05A8057D-A70B-B719-50D1-9E4B77AEB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4406" y="2667507"/>
              <a:ext cx="180000" cy="180000"/>
            </a:xfrm>
            <a:prstGeom prst="rect">
              <a:avLst/>
            </a:prstGeom>
          </p:spPr>
        </p:pic>
        <p:sp>
          <p:nvSpPr>
            <p:cNvPr id="298" name="CaixaDeTexto 9">
              <a:extLst>
                <a:ext uri="{FF2B5EF4-FFF2-40B4-BE49-F238E27FC236}">
                  <a16:creationId xmlns:a16="http://schemas.microsoft.com/office/drawing/2014/main" id="{8F75AF40-21C6-3356-3758-DE310ECEDE3A}"/>
                </a:ext>
              </a:extLst>
            </p:cNvPr>
            <p:cNvSpPr txBox="1"/>
            <p:nvPr/>
          </p:nvSpPr>
          <p:spPr>
            <a:xfrm>
              <a:off x="836294" y="1111960"/>
              <a:ext cx="7667626" cy="57914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4289" tIns="34289" rIns="34289" bIns="34289">
              <a:spAutoFit/>
            </a:bodyPr>
            <a:lstStyle>
              <a:lvl1pPr>
                <a:lnSpc>
                  <a:spcPct val="93000"/>
                </a:lnSpc>
                <a:defRPr sz="2400" b="1">
                  <a:solidFill>
                    <a:srgbClr val="16165D"/>
                  </a:solidFill>
                </a:defRPr>
              </a:lvl1pPr>
            </a:lstStyle>
            <a:p>
              <a:pPr defTabSz="336947">
                <a:defRPr/>
              </a:pPr>
              <a:r>
                <a:rPr lang="en-US" sz="3600" b="1" dirty="0" err="1">
                  <a:solidFill>
                    <a:srgbClr val="0070C0"/>
                  </a:solidFill>
                </a:rPr>
                <a:t>Calendário</a:t>
              </a:r>
              <a:r>
                <a:rPr lang="en-US" sz="3600" b="1" dirty="0">
                  <a:solidFill>
                    <a:srgbClr val="0070C0"/>
                  </a:solidFill>
                </a:rPr>
                <a:t> </a:t>
              </a:r>
              <a:r>
                <a:rPr lang="en-US" sz="3600" b="1" dirty="0" err="1">
                  <a:solidFill>
                    <a:srgbClr val="0070C0"/>
                  </a:solidFill>
                </a:rPr>
                <a:t>Acadêmico</a:t>
              </a:r>
              <a:r>
                <a:rPr lang="en-US" sz="3600" b="1" dirty="0">
                  <a:solidFill>
                    <a:srgbClr val="0070C0"/>
                  </a:solidFill>
                </a:rPr>
                <a:t> 2023.2</a:t>
              </a:r>
              <a:endParaRPr sz="1800" dirty="0">
                <a:latin typeface="Calibri"/>
                <a:cs typeface="Calibri"/>
              </a:endParaRPr>
            </a:p>
          </p:txBody>
        </p:sp>
        <p:sp>
          <p:nvSpPr>
            <p:cNvPr id="299" name="Rectangle 6">
              <a:extLst>
                <a:ext uri="{FF2B5EF4-FFF2-40B4-BE49-F238E27FC236}">
                  <a16:creationId xmlns:a16="http://schemas.microsoft.com/office/drawing/2014/main" id="{6B7837D1-6E3F-3066-1FE1-F257717CE9B4}"/>
                </a:ext>
              </a:extLst>
            </p:cNvPr>
            <p:cNvSpPr/>
            <p:nvPr/>
          </p:nvSpPr>
          <p:spPr>
            <a:xfrm>
              <a:off x="684337" y="1075083"/>
              <a:ext cx="79508" cy="536575"/>
            </a:xfrm>
            <a:prstGeom prst="rect">
              <a:avLst/>
            </a:prstGeom>
            <a:solidFill>
              <a:srgbClr val="00ADBB"/>
            </a:solidFill>
            <a:ln>
              <a:solidFill>
                <a:srgbClr val="00ADBB"/>
              </a:solidFill>
            </a:ln>
          </p:spPr>
          <p:txBody>
            <a:bodyPr lIns="34289" tIns="34289" rIns="34289" bIns="34289" anchor="ctr"/>
            <a:lstStyle/>
            <a:p>
              <a:pPr defTabSz="336947">
                <a:lnSpc>
                  <a:spcPct val="93000"/>
                </a:lnSpc>
                <a:defRPr/>
              </a:pPr>
              <a:endParaRPr sz="1350">
                <a:latin typeface="Calibri"/>
                <a:cs typeface="Calibri"/>
              </a:endParaRPr>
            </a:p>
          </p:txBody>
        </p:sp>
        <p:sp>
          <p:nvSpPr>
            <p:cNvPr id="300" name="CaixaDeTexto 299">
              <a:extLst>
                <a:ext uri="{FF2B5EF4-FFF2-40B4-BE49-F238E27FC236}">
                  <a16:creationId xmlns:a16="http://schemas.microsoft.com/office/drawing/2014/main" id="{4D5DBC7C-571E-7702-0DF9-4E7C7CF2FFB3}"/>
                </a:ext>
              </a:extLst>
            </p:cNvPr>
            <p:cNvSpPr txBox="1"/>
            <p:nvPr/>
          </p:nvSpPr>
          <p:spPr>
            <a:xfrm>
              <a:off x="268756" y="3578596"/>
              <a:ext cx="1102626" cy="4028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66402" hangingPunct="1">
                <a:lnSpc>
                  <a:spcPct val="107000"/>
                </a:lnSpc>
              </a:pPr>
              <a:r>
                <a:rPr lang="pt-BR" sz="650" b="1" kern="1200" dirty="0">
                  <a:solidFill>
                    <a:srgbClr val="0070C0"/>
                  </a:solidFill>
                  <a:highlight>
                    <a:srgbClr val="FFFF00"/>
                  </a:highlight>
                  <a:latin typeface="Leelawadee" panose="020B0502040204020203" pitchFamily="34" charset="-34"/>
                  <a:cs typeface="Leelawadee" panose="020B0502040204020203" pitchFamily="34" charset="-34"/>
                </a:rPr>
                <a:t>Veteranos:  23/02</a:t>
              </a:r>
            </a:p>
            <a:p>
              <a:pPr algn="ctr" defTabSz="566402" hangingPunct="1">
                <a:lnSpc>
                  <a:spcPct val="107000"/>
                </a:lnSpc>
              </a:pPr>
              <a:r>
                <a:rPr lang="pt-BR" sz="650" b="1" kern="1200" dirty="0">
                  <a:solidFill>
                    <a:srgbClr val="0070C0"/>
                  </a:solidFill>
                  <a:highlight>
                    <a:srgbClr val="FFFF00"/>
                  </a:highlight>
                  <a:latin typeface="Leelawadee" panose="020B0502040204020203" pitchFamily="34" charset="-34"/>
                  <a:cs typeface="Leelawadee" panose="020B0502040204020203" pitchFamily="34" charset="-34"/>
                </a:rPr>
                <a:t>Calouros:  06/03</a:t>
              </a:r>
            </a:p>
            <a:p>
              <a:pPr defTabSz="566402" hangingPunct="1">
                <a:lnSpc>
                  <a:spcPct val="107000"/>
                </a:lnSpc>
              </a:pPr>
              <a:endParaRPr lang="pt-BR" sz="650" kern="1200" dirty="0">
                <a:solidFill>
                  <a:srgbClr val="0070C0"/>
                </a:solidFill>
                <a:latin typeface="Leelawadee" panose="020B0502040204020203" pitchFamily="34" charset="-34"/>
                <a:cs typeface="Leelawadee" panose="020B05020402040202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4872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0F8CA-DC02-4D15-8261-E003DFCF7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>
            <a:normAutofit/>
          </a:bodyPr>
          <a:lstStyle/>
          <a:p>
            <a:pPr defTabSz="336947">
              <a:defRPr/>
            </a:pPr>
            <a:r>
              <a:rPr lang="en-US" sz="4400" b="1" dirty="0" err="1">
                <a:solidFill>
                  <a:srgbClr val="0070C0"/>
                </a:solidFill>
              </a:rPr>
              <a:t>Datas</a:t>
            </a:r>
            <a:r>
              <a:rPr lang="en-US" sz="4400" b="1" dirty="0">
                <a:solidFill>
                  <a:srgbClr val="0070C0"/>
                </a:solidFill>
              </a:rPr>
              <a:t> </a:t>
            </a:r>
            <a:r>
              <a:rPr lang="en-US" sz="4400" b="1" dirty="0" err="1">
                <a:solidFill>
                  <a:srgbClr val="0070C0"/>
                </a:solidFill>
              </a:rPr>
              <a:t>Avaliativas</a:t>
            </a:r>
            <a:r>
              <a:rPr lang="en-US" sz="4400" b="1" dirty="0">
                <a:solidFill>
                  <a:srgbClr val="0070C0"/>
                </a:solidFill>
              </a:rPr>
              <a:t> 2023.2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0854B4-920E-4A2E-8691-75CA4973B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Avaliando o Aprendizado 1 (Presencial):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/SETEMBRO</a:t>
            </a:r>
          </a:p>
          <a:p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Avaliando o Aprendizado 2 (Online):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02/OUT A 05/NOV</a:t>
            </a:r>
          </a:p>
          <a:p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 (Presencial):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Início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/NOVEMBRO</a:t>
            </a:r>
          </a:p>
          <a:p>
            <a:endParaRPr lang="pt-BR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FIM DO SEMESTRE LETIVO: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07/DEZEMBRO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249D3-C59D-41E6-AF88-D8DF193E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556" y="4765688"/>
            <a:ext cx="262247" cy="276995"/>
          </a:xfrm>
        </p:spPr>
        <p:txBody>
          <a:bodyPr/>
          <a:lstStyle/>
          <a:p>
            <a:fld id="{E50FAC2A-6E90-4BEA-B3BF-15B8E63C5B7E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6569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algn="just" eaLnBrk="0" hangingPunct="0"/>
            <a:r>
              <a:rPr lang="pt-BR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BÁSICA</a:t>
            </a:r>
          </a:p>
          <a:p>
            <a:pPr marL="0" indent="0" algn="just" eaLnBrk="0" hangingPunct="0">
              <a:buNone/>
            </a:pP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 eaLnBrk="0" hangingPunct="0">
              <a:buNone/>
            </a:pP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BARNES, David J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Programação orientada a objetos com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São Paulo: Prentice Hall, 2004.</a:t>
            </a:r>
          </a:p>
          <a:p>
            <a:pPr marL="0" indent="0" algn="just" eaLnBrk="0" hangingPunct="0">
              <a:buNone/>
            </a:pP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HORSTMAN, N. 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Cay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; CORNELL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Gary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Core Java 2. Rio de Janeiro: Alta Books 2005. 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PREISS,</a:t>
            </a:r>
          </a:p>
          <a:p>
            <a:pPr marL="0" indent="0" algn="just" eaLnBrk="0" hangingPunct="0">
              <a:buNone/>
            </a:pP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Bruno R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Estruturas de dados e algoritmos: padrões de projeto orientados a objetos com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Rio de</a:t>
            </a:r>
          </a:p>
          <a:p>
            <a:pPr marL="0" indent="0" algn="just" eaLnBrk="0" hangingPunc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Janeiro: Campus, 2000.</a:t>
            </a:r>
          </a:p>
          <a:p>
            <a:pPr marL="0" indent="0" algn="just" eaLnBrk="0" hangingPunct="0"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89132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algn="just" eaLnBrk="0" hangingPunct="0"/>
            <a:r>
              <a:rPr lang="pt-BR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COMPLEMENTAR</a:t>
            </a:r>
          </a:p>
          <a:p>
            <a:pPr marL="0" indent="0" algn="just" eaLnBrk="0" hangingPunc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 eaLnBrk="0" hangingPunct="0">
              <a:buNone/>
            </a:pP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alt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SBROCCO, José H.T.C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UML 2, 3 – teoria e prática. São Paulo: Érica, 2011. FOWLER, Martin. </a:t>
            </a:r>
            <a:r>
              <a:rPr lang="pt-BR" alt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essencial. São Paulo: Bookman, 2004. </a:t>
            </a:r>
            <a:r>
              <a:rPr lang="pt-BR" alt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SINGH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Inderjeet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 </a:t>
            </a:r>
            <a:r>
              <a:rPr lang="pt-BR" alt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endParaRPr lang="pt-BR" alt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r>
              <a:rPr lang="pt-BR" alt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J2EE </a:t>
            </a:r>
            <a:r>
              <a:rPr lang="pt-BR" alt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[S.L.]: </a:t>
            </a:r>
            <a:r>
              <a:rPr lang="pt-BR" alt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Addison­Wesley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Professional, 2005. </a:t>
            </a:r>
            <a:r>
              <a:rPr lang="pt-BR" alt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AHMED, </a:t>
            </a:r>
            <a:r>
              <a:rPr lang="pt-BR" alt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Khawar</a:t>
            </a:r>
            <a:r>
              <a:rPr lang="pt-BR" alt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Zaman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; </a:t>
            </a:r>
            <a:r>
              <a:rPr lang="pt-BR" alt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UMRYSH,</a:t>
            </a:r>
          </a:p>
          <a:p>
            <a:pPr marL="0" indent="0" algn="just" eaLnBrk="0" hangingPunct="0">
              <a:buNone/>
            </a:pPr>
            <a:r>
              <a:rPr lang="pt-BR" alt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Cary E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Desenvolvendo aplicações comerciais em Java com J2EE e UML. Rio de Janeiro: Ciência</a:t>
            </a:r>
          </a:p>
          <a:p>
            <a:pPr marL="0" indent="0" algn="just" eaLnBrk="0" hangingPunct="0">
              <a:buNone/>
            </a:pP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Moderna, 2002. </a:t>
            </a:r>
            <a:r>
              <a:rPr lang="pt-BR" alt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FOWLER, Martin</a:t>
            </a: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Padrões de arquitetura de aplicações corporativas. São Paulo:</a:t>
            </a:r>
          </a:p>
          <a:p>
            <a:pPr marL="0" indent="0" algn="just" eaLnBrk="0" hangingPunct="0">
              <a:buNone/>
            </a:pP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Bookman, 2006.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69101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20DAA8A4-7BF8-435F-BB29-C3C9647C597B}"/>
              </a:ext>
            </a:extLst>
          </p:cNvPr>
          <p:cNvSpPr txBox="1">
            <a:spLocks/>
          </p:cNvSpPr>
          <p:nvPr/>
        </p:nvSpPr>
        <p:spPr>
          <a:xfrm>
            <a:off x="7484030" y="110109"/>
            <a:ext cx="1613368" cy="85586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/>
            <a:r>
              <a:rPr lang="pt-BR" sz="3600" b="1" dirty="0">
                <a:solidFill>
                  <a:schemeClr val="bg1"/>
                </a:solidFill>
              </a:rPr>
              <a:t>YDUQS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2348</TotalTime>
  <Words>1322</Words>
  <Application>Microsoft Office PowerPoint</Application>
  <PresentationFormat>Apresentação na tela (16:9)</PresentationFormat>
  <Paragraphs>133</Paragraphs>
  <Slides>19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Arial</vt:lpstr>
      <vt:lpstr>Calibri</vt:lpstr>
      <vt:lpstr>Fira Sans Extra Condensed</vt:lpstr>
      <vt:lpstr>Leelawadee</vt:lpstr>
      <vt:lpstr>Roboto</vt:lpstr>
      <vt:lpstr>Times New Roman</vt:lpstr>
      <vt:lpstr>Wingdings</vt:lpstr>
      <vt:lpstr>Office Theme</vt:lpstr>
      <vt:lpstr>Desenvolvimento de Software Java</vt:lpstr>
      <vt:lpstr>   1 – Apresentação Pessoal 2 – Visão Geral da Disciplina 3 – Objetivos/Habilidades 4 – Unidades/Conteúdos 5 – Metodologia/Avaliação 6 – Referências Bibliográficas  </vt:lpstr>
      <vt:lpstr>Apresentação Pessoal</vt:lpstr>
      <vt:lpstr>Visão Geral da Disciplina</vt:lpstr>
      <vt:lpstr>Objetivos/Habilidades</vt:lpstr>
      <vt:lpstr>Unidades/Conteúdos</vt:lpstr>
      <vt:lpstr>Unidades/Conteúdos</vt:lpstr>
      <vt:lpstr>Unidades/Conteúdos</vt:lpstr>
      <vt:lpstr>Unidades/Conteúdos</vt:lpstr>
      <vt:lpstr>Unidades/Conteúdos</vt:lpstr>
      <vt:lpstr>Metodologia/Avaliação</vt:lpstr>
      <vt:lpstr>Metodologia/Avaliação</vt:lpstr>
      <vt:lpstr>Avaliação</vt:lpstr>
      <vt:lpstr>Apresentação do PowerPoint</vt:lpstr>
      <vt:lpstr>Apresentação do PowerPoint</vt:lpstr>
      <vt:lpstr>Datas Avaliativas 2023.2</vt:lpstr>
      <vt:lpstr>Referências Bibliográficas</vt:lpstr>
      <vt:lpstr>Referências Bibliográficas</vt:lpstr>
      <vt:lpstr>Desenvolvimento de Software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599</cp:revision>
  <dcterms:created xsi:type="dcterms:W3CDTF">2020-03-17T20:12:34Z</dcterms:created>
  <dcterms:modified xsi:type="dcterms:W3CDTF">2023-08-09T13:27:53Z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