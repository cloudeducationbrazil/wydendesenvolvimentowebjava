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91" r:id="rId3"/>
    <p:sldId id="446" r:id="rId4"/>
    <p:sldId id="457" r:id="rId5"/>
    <p:sldId id="447" r:id="rId6"/>
    <p:sldId id="456" r:id="rId7"/>
    <p:sldId id="455" r:id="rId8"/>
    <p:sldId id="448" r:id="rId9"/>
    <p:sldId id="449" r:id="rId10"/>
    <p:sldId id="454" r:id="rId11"/>
    <p:sldId id="450" r:id="rId12"/>
    <p:sldId id="453" r:id="rId13"/>
    <p:sldId id="451" r:id="rId14"/>
    <p:sldId id="452" r:id="rId15"/>
    <p:sldId id="458" r:id="rId16"/>
    <p:sldId id="333" r:id="rId17"/>
    <p:sldId id="323" r:id="rId18"/>
    <p:sldId id="334" r:id="rId19"/>
    <p:sldId id="337" r:id="rId20"/>
    <p:sldId id="309" r:id="rId21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Estilo E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Estilo Médio 3 - Ênfas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47" autoAdjust="0"/>
    <p:restoredTop sz="83649" autoAdjust="0"/>
  </p:normalViewPr>
  <p:slideViewPr>
    <p:cSldViewPr snapToGrid="0">
      <p:cViewPr varScale="1">
        <p:scale>
          <a:sx n="76" d="100"/>
          <a:sy n="76" d="100"/>
        </p:scale>
        <p:origin x="642" y="78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8297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499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9005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8072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362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084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6536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5029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1113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3575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44746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2767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16185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11211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62490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user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postman.com/" TargetMode="External"/><Relationship Id="rId4" Type="http://schemas.openxmlformats.org/officeDocument/2006/relationships/hyperlink" Target="http://localhost:8080/classe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.ufpr.br/silvia/ES/requisitos/pdf/CRCAl.pd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edisciplinas.usp.br/pluginfile.php/7730775/mod_resource/content/1/SIPLA.pdf" TargetMode="External"/><Relationship Id="rId4" Type="http://schemas.openxmlformats.org/officeDocument/2006/relationships/hyperlink" Target="https://ww2.inf.ufg.br/~fabio/manual-modelagem.pdf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otKUer13HnA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outu.be/97u7gzfcAd0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r>
              <a:rPr lang="pt-BR" b="1" dirty="0">
                <a:solidFill>
                  <a:schemeClr val="bg1"/>
                </a:solidFill>
              </a:rPr>
              <a:t>Aulas 08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JAVA – Camadas; Projeto Java Web 1</a:t>
            </a:r>
            <a:endParaRPr lang="pt-BR" sz="4800" b="1" dirty="0">
              <a:solidFill>
                <a:schemeClr val="bg1"/>
              </a:solidFill>
            </a:endParaRP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Web JAVA – </a:t>
            </a:r>
            <a:r>
              <a:rPr lang="en-US" b="1" dirty="0" err="1">
                <a:solidFill>
                  <a:srgbClr val="0070C0"/>
                </a:solidFill>
              </a:rPr>
              <a:t>Camadas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78794"/>
            <a:ext cx="8865056" cy="412124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01CD4DD-9CE7-0BD9-A07B-F3D357C93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79" y="985796"/>
            <a:ext cx="6379545" cy="406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3638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Web JAVA – Steps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o projeto –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app web</a:t>
            </a: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Modelar o domínio –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a classes/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objetos do domínio/negócio</a:t>
            </a: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mapeamento O-R ; ORM –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mapear as classes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mapear objetos do domínio/BD</a:t>
            </a: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 –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camada repositório, model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transações com o BD</a:t>
            </a: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Serviço –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a camada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realizar operações de negócio</a:t>
            </a: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REST –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a camada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conttroller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responder interações com usuário</a:t>
            </a:r>
          </a:p>
          <a:p>
            <a:pPr marL="457200" indent="-457200" algn="just">
              <a:buFont typeface="+mj-lt"/>
              <a:buAutoNum type="arabicPeriod"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917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Web JAVA – UML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 descr="Diagrama&#10;&#10;Descrição gerada automaticamente">
            <a:extLst>
              <a:ext uri="{FF2B5EF4-FFF2-40B4-BE49-F238E27FC236}">
                <a16:creationId xmlns:a16="http://schemas.microsoft.com/office/drawing/2014/main" id="{29011445-5145-06F9-D875-F7F231386D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16" y="1063231"/>
            <a:ext cx="7362177" cy="324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5941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Web JAVA – Entities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Departamento – Atributos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Caso de Uso</a:t>
            </a:r>
            <a:endParaRPr lang="pt-B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Departamento - Métodos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Buscar todos os departamentos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Buscar departamento por id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Inserir novo departamento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Alterar departamento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Deletar departamento</a:t>
            </a:r>
          </a:p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82198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Web JAVA – Entities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Atributos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Caso de Uso</a:t>
            </a:r>
            <a:endParaRPr lang="pt-B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Métodos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Buscar todos os usuários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Buscar usuário por id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Inserir novo usuário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Alterar usuário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Deletar usuário</a:t>
            </a:r>
          </a:p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23684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Web JAVA – JSON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Gestão; Informática; RH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Acrescentar no arquivo pom.xml, dentro da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&lt;build&gt;,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final. 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&lt;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&lt;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org.apache.maven.plugins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&lt;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-plugin&lt;/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&lt;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&gt;3.1.0&lt;/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&lt;/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 C#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Enloquent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ORM - PHP = JPA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jakarta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Java = ORM</a:t>
            </a:r>
          </a:p>
        </p:txBody>
      </p:sp>
    </p:spTree>
    <p:extLst>
      <p:ext uri="{BB962C8B-B14F-4D97-AF65-F5344CB8AC3E}">
        <p14:creationId xmlns:p14="http://schemas.microsoft.com/office/powerpoint/2010/main" val="385544597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Web JAVA – Annotations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Mapeamento ORM, bando de dados relacional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(name="nome da entidade")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</a:t>
            </a: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GeneratedValue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(strategy =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GenerationType.IDENTITY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//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Camadas, Componentes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–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de serviço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RestController –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conttroller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JpaRepository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&lt;Objeto,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model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RequestMapping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(value = "/caminho")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Autowired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injeção de dependência</a:t>
            </a:r>
          </a:p>
        </p:txBody>
      </p:sp>
    </p:spTree>
    <p:extLst>
      <p:ext uri="{BB962C8B-B14F-4D97-AF65-F5344CB8AC3E}">
        <p14:creationId xmlns:p14="http://schemas.microsoft.com/office/powerpoint/2010/main" val="302328067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Web JAVA – Annotations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Verbos HTTP – API REST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GetMapping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// verbo http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GetMapping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(value="/{id}")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PostMapping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// verbo http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DeleteMapping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// verbo http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PutMapping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// verbo http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Passagens de Parâmetros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PathVariable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RequestBody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48827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Web JAVA – properties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application.properties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configuração com o BD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dados de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conexação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 o BD H2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spring.datasource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.url = jdbc:h2:mem:testdb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spring.datasource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.username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spring.datasource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.password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Configuração do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 do banco h2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spring.h2.console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.enabled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spring.h2.console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.path = /h2-console</a:t>
            </a:r>
          </a:p>
        </p:txBody>
      </p:sp>
    </p:spTree>
    <p:extLst>
      <p:ext uri="{BB962C8B-B14F-4D97-AF65-F5344CB8AC3E}">
        <p14:creationId xmlns:p14="http://schemas.microsoft.com/office/powerpoint/2010/main" val="401669833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Web JAVA – properties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application.properties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configuração com o BD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Configuração para mostrar o SQL console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spring.jpa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.show-sql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spring.jpa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.properties.hibernate.format_sql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72261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Web JAVA – </a:t>
            </a:r>
            <a:r>
              <a:rPr lang="en-US" b="1" dirty="0" err="1">
                <a:solidFill>
                  <a:srgbClr val="0070C0"/>
                </a:solidFill>
              </a:rPr>
              <a:t>import.sql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arquivo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new FILE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import.sql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Botão direito do mouse, abrir arquivo modo texto.	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tb_department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('Suporte');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tb_department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('RH');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tb_department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('DEV');</a:t>
            </a:r>
          </a:p>
        </p:txBody>
      </p:sp>
    </p:spTree>
    <p:extLst>
      <p:ext uri="{BB962C8B-B14F-4D97-AF65-F5344CB8AC3E}">
        <p14:creationId xmlns:p14="http://schemas.microsoft.com/office/powerpoint/2010/main" val="401498694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Web JAVA – </a:t>
            </a:r>
            <a:r>
              <a:rPr lang="en-US" b="1" dirty="0" err="1">
                <a:solidFill>
                  <a:srgbClr val="0070C0"/>
                </a:solidFill>
              </a:rPr>
              <a:t>import.sql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CONTINUAÇÃO</a:t>
            </a:r>
          </a:p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tb_user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(3, '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Juju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'juju@gmail.com');</a:t>
            </a:r>
          </a:p>
          <a:p>
            <a:pPr marL="0" indent="0" algn="just">
              <a:buNone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tb_user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(1, 'Josy', 'josy@gmail.com');</a:t>
            </a:r>
          </a:p>
          <a:p>
            <a:pPr marL="0" indent="0" algn="just">
              <a:buNone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tb_user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(1, 'Maria', 'maria@gmail.com');</a:t>
            </a:r>
          </a:p>
          <a:p>
            <a:pPr marL="0" indent="0" algn="just">
              <a:buNone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tb_user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(2, 'João', 'joao@gmail.com');</a:t>
            </a:r>
          </a:p>
          <a:p>
            <a:pPr marL="0" indent="0" algn="just">
              <a:buNone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tb_user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(3, 'Pedro', 'pedro@gmail.com');</a:t>
            </a:r>
          </a:p>
          <a:p>
            <a:pPr marL="0" indent="0" algn="just">
              <a:buNone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tb_user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(2, 'Paulo', 'paulo@gmail.com');</a:t>
            </a:r>
          </a:p>
          <a:p>
            <a:pPr marL="0" indent="0" algn="just">
              <a:buNone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tb_user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(3, 'Rita', 'rita@gmail.com');</a:t>
            </a:r>
          </a:p>
        </p:txBody>
      </p:sp>
    </p:spTree>
    <p:extLst>
      <p:ext uri="{BB962C8B-B14F-4D97-AF65-F5344CB8AC3E}">
        <p14:creationId xmlns:p14="http://schemas.microsoft.com/office/powerpoint/2010/main" val="302192720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Web JAVA – Teste endpoint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 pelo browser: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 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http://localhost:8080/classe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 pelo POSTMAN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	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https://www.postman.com/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criar conta e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logar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web.</a:t>
            </a:r>
          </a:p>
        </p:txBody>
      </p:sp>
    </p:spTree>
    <p:extLst>
      <p:ext uri="{BB962C8B-B14F-4D97-AF65-F5344CB8AC3E}">
        <p14:creationId xmlns:p14="http://schemas.microsoft.com/office/powerpoint/2010/main" val="262955399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12261"/>
            <a:ext cx="8865056" cy="38353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Cartão CRC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Disponível em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https://www.inf.ufpr.br/silvia/ES/requisitos/pdf/CRCAl.pdf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https://ww2.inf.ufg.br/~fabio/manual-modelagem.pdf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Modelagem CRC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Disponível em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https://edisciplinas.usp.br/pluginfile.php/7730775/mod_resource/content/1/SIPLA.pdf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Cartão CRC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Disponível em: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https://youtu.be/otKUer13HnA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Modelagem CRC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Disponível em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https://youtu.be/97u7gzfcAd0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60630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Exercícios de Fixação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– Sala de Aula</a:t>
            </a:r>
            <a:endParaRPr lang="pt-BR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65298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LARMAN, Craig.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Utilizando UML e padrões. Bookman Editora, 2007.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GIL, Joseph; MAMAN,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Itay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 patterns in Java code. In: Proceedings of the 20th annual ACM SIGPLAN conference on object-oriented programming, systems, languages, and applications. 2005. p. 97-116.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11368</TotalTime>
  <Words>1096</Words>
  <Application>Microsoft Office PowerPoint</Application>
  <PresentationFormat>Apresentação na tela (16:9)</PresentationFormat>
  <Paragraphs>147</Paragraphs>
  <Slides>20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Desenvolvimento de Software  JAVA</vt:lpstr>
      <vt:lpstr>Aulas 08 JAVA – Camadas; Projeto Java Web 1</vt:lpstr>
      <vt:lpstr>Projeto Web JAVA – Camadas</vt:lpstr>
      <vt:lpstr>Projeto Web JAVA – Steps</vt:lpstr>
      <vt:lpstr>Projeto Web JAVA – UML</vt:lpstr>
      <vt:lpstr>Projeto Web JAVA – Entities</vt:lpstr>
      <vt:lpstr>Projeto Web JAVA – Entities</vt:lpstr>
      <vt:lpstr>Projeto Web JAVA – JSON</vt:lpstr>
      <vt:lpstr>Projeto Web JAVA – Annotations</vt:lpstr>
      <vt:lpstr>Projeto Web JAVA – Annotations</vt:lpstr>
      <vt:lpstr>Projeto Web JAVA – properties</vt:lpstr>
      <vt:lpstr>Projeto Web JAVA – properties</vt:lpstr>
      <vt:lpstr>Projeto Web JAVA – import.sql</vt:lpstr>
      <vt:lpstr>Projeto Web JAVA – import.sql</vt:lpstr>
      <vt:lpstr>Projeto Web JAVA – Teste endpoint</vt:lpstr>
      <vt:lpstr>Leitura Específica</vt:lpstr>
      <vt:lpstr>Aprenda+</vt:lpstr>
      <vt:lpstr>Dinâmica/Atividades</vt:lpstr>
      <vt:lpstr>Referências Bibliográficas</vt:lpstr>
      <vt:lpstr>Desenvolvimento de Software  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 DA SILVA FILHO</cp:lastModifiedBy>
  <cp:revision>1865</cp:revision>
  <dcterms:created xsi:type="dcterms:W3CDTF">2020-03-17T20:12:34Z</dcterms:created>
  <dcterms:modified xsi:type="dcterms:W3CDTF">2024-03-26T17:38:00Z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